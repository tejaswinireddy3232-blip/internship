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59" r:id="rId2"/>
    <p:sldId id="270" r:id="rId3"/>
    <p:sldId id="261" r:id="rId4"/>
    <p:sldId id="262" r:id="rId5"/>
    <p:sldId id="263" r:id="rId6"/>
    <p:sldId id="264" r:id="rId7"/>
    <p:sldId id="265" r:id="rId8"/>
    <p:sldId id="271" r:id="rId9"/>
    <p:sldId id="272" r:id="rId10"/>
    <p:sldId id="273" r:id="rId11"/>
    <p:sldId id="274" r:id="rId12"/>
    <p:sldId id="275" r:id="rId13"/>
    <p:sldId id="276" r:id="rId14"/>
    <p:sldId id="287" r:id="rId15"/>
    <p:sldId id="288" r:id="rId16"/>
    <p:sldId id="289" r:id="rId17"/>
    <p:sldId id="290" r:id="rId18"/>
    <p:sldId id="277" r:id="rId19"/>
    <p:sldId id="280" r:id="rId20"/>
    <p:sldId id="283" r:id="rId21"/>
    <p:sldId id="281" r:id="rId22"/>
    <p:sldId id="284" r:id="rId23"/>
    <p:sldId id="282" r:id="rId24"/>
    <p:sldId id="285" r:id="rId25"/>
    <p:sldId id="286" r:id="rId26"/>
    <p:sldId id="291" r:id="rId27"/>
    <p:sldId id="292" r:id="rId28"/>
    <p:sldId id="293" r:id="rId29"/>
    <p:sldId id="294" r:id="rId30"/>
    <p:sldId id="266" r:id="rId31"/>
    <p:sldId id="267" r:id="rId32"/>
    <p:sldId id="268" r:id="rId33"/>
    <p:sldId id="269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74" autoAdjust="0"/>
    <p:restoredTop sz="94660"/>
  </p:normalViewPr>
  <p:slideViewPr>
    <p:cSldViewPr snapToGrid="0">
      <p:cViewPr varScale="1">
        <p:scale>
          <a:sx n="89" d="100"/>
          <a:sy n="89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51524B-FB67-4894-A0C5-35151E149D68}" type="doc">
      <dgm:prSet loTypeId="urn:microsoft.com/office/officeart/2011/layout/InterconnectedBlockProcess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88D96B0-D16E-4763-B393-84178CF4FF50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gm:t>
    </dgm:pt>
    <dgm:pt modelId="{080A6B9D-C27D-4227-AC65-3C97878D78C4}" type="parTrans" cxnId="{8CB593F6-6C5D-4606-B959-3E27F9872EC1}">
      <dgm:prSet/>
      <dgm:spPr/>
      <dgm:t>
        <a:bodyPr/>
        <a:lstStyle/>
        <a:p>
          <a:endParaRPr lang="en-US"/>
        </a:p>
      </dgm:t>
    </dgm:pt>
    <dgm:pt modelId="{19B27CEC-4BAD-44A7-A9A7-B7A8B23ADCFD}" type="sibTrans" cxnId="{8CB593F6-6C5D-4606-B959-3E27F9872EC1}">
      <dgm:prSet/>
      <dgm:spPr/>
      <dgm:t>
        <a:bodyPr/>
        <a:lstStyle/>
        <a:p>
          <a:endParaRPr lang="en-US"/>
        </a:p>
      </dgm:t>
    </dgm:pt>
    <dgm:pt modelId="{D471E45F-B026-44AA-9616-57E786AE80AF}">
      <dgm:prSet phldrT="[Text]"/>
      <dgm:spPr/>
      <dgm:t>
        <a:bodyPr/>
        <a:lstStyle/>
        <a:p>
          <a:r>
            <a:rPr lang="en-US" dirty="0">
              <a:latin typeface="Times New Roman" pitchFamily="18" charset="0"/>
              <a:cs typeface="Times New Roman" pitchFamily="18" charset="0"/>
            </a:rPr>
            <a:t>Understanding project requirements</a:t>
          </a:r>
        </a:p>
      </dgm:t>
    </dgm:pt>
    <dgm:pt modelId="{326A986D-69A4-4AC0-AD9B-462FFC9C3F18}" type="parTrans" cxnId="{AEE28BEF-3F73-41A5-9307-D42A450FCA17}">
      <dgm:prSet/>
      <dgm:spPr/>
      <dgm:t>
        <a:bodyPr/>
        <a:lstStyle/>
        <a:p>
          <a:endParaRPr lang="en-US"/>
        </a:p>
      </dgm:t>
    </dgm:pt>
    <dgm:pt modelId="{304E70AD-39C7-4C28-BF7B-6EE91BAE97B7}" type="sibTrans" cxnId="{AEE28BEF-3F73-41A5-9307-D42A450FCA17}">
      <dgm:prSet/>
      <dgm:spPr/>
      <dgm:t>
        <a:bodyPr/>
        <a:lstStyle/>
        <a:p>
          <a:endParaRPr lang="en-US"/>
        </a:p>
      </dgm:t>
    </dgm:pt>
    <dgm:pt modelId="{7B3055AA-BF7C-46D0-9A9E-60087B9F57B4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gm:t>
    </dgm:pt>
    <dgm:pt modelId="{F772EF41-D2BB-4368-8327-B4E332165F48}" type="parTrans" cxnId="{6C7D4BBB-EED6-4011-9FBC-87F683D5B245}">
      <dgm:prSet/>
      <dgm:spPr/>
      <dgm:t>
        <a:bodyPr/>
        <a:lstStyle/>
        <a:p>
          <a:endParaRPr lang="en-US"/>
        </a:p>
      </dgm:t>
    </dgm:pt>
    <dgm:pt modelId="{B81593E2-4CAC-4783-8D2D-E9DDD236A942}" type="sibTrans" cxnId="{6C7D4BBB-EED6-4011-9FBC-87F683D5B245}">
      <dgm:prSet/>
      <dgm:spPr/>
      <dgm:t>
        <a:bodyPr/>
        <a:lstStyle/>
        <a:p>
          <a:endParaRPr lang="en-US"/>
        </a:p>
      </dgm:t>
    </dgm:pt>
    <dgm:pt modelId="{9FED87C4-3F3B-4A18-9185-9F80CFEDEA2E}">
      <dgm:prSet phldrT="[Text]"/>
      <dgm:spPr/>
      <dgm:t>
        <a:bodyPr/>
        <a:lstStyle/>
        <a:p>
          <a:r>
            <a:rPr lang="en-US" dirty="0">
              <a:latin typeface="Times New Roman" pitchFamily="18" charset="0"/>
              <a:cs typeface="Times New Roman" pitchFamily="18" charset="0"/>
            </a:rPr>
            <a:t>Understanding project requirements</a:t>
          </a:r>
        </a:p>
      </dgm:t>
    </dgm:pt>
    <dgm:pt modelId="{669F5586-1E47-4A85-AA72-0E435BABD665}" type="parTrans" cxnId="{27611794-B6EF-4593-A560-02BF7692DC5A}">
      <dgm:prSet/>
      <dgm:spPr/>
      <dgm:t>
        <a:bodyPr/>
        <a:lstStyle/>
        <a:p>
          <a:endParaRPr lang="en-US"/>
        </a:p>
      </dgm:t>
    </dgm:pt>
    <dgm:pt modelId="{AD0D1882-5210-4A49-9875-4AAC43595580}" type="sibTrans" cxnId="{27611794-B6EF-4593-A560-02BF7692DC5A}">
      <dgm:prSet/>
      <dgm:spPr/>
      <dgm:t>
        <a:bodyPr/>
        <a:lstStyle/>
        <a:p>
          <a:endParaRPr lang="en-US"/>
        </a:p>
      </dgm:t>
    </dgm:pt>
    <dgm:pt modelId="{A59EC69B-8F3F-425B-819F-E8C557946AE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gm:t>
    </dgm:pt>
    <dgm:pt modelId="{0095C3CB-916F-4060-A8DA-DD282FB51587}" type="parTrans" cxnId="{D1BA1DD0-A52A-47BF-962D-9810C87E1576}">
      <dgm:prSet/>
      <dgm:spPr/>
      <dgm:t>
        <a:bodyPr/>
        <a:lstStyle/>
        <a:p>
          <a:endParaRPr lang="en-US"/>
        </a:p>
      </dgm:t>
    </dgm:pt>
    <dgm:pt modelId="{2868AD8D-4E38-46CE-A972-709857BF40AC}" type="sibTrans" cxnId="{D1BA1DD0-A52A-47BF-962D-9810C87E1576}">
      <dgm:prSet/>
      <dgm:spPr/>
      <dgm:t>
        <a:bodyPr/>
        <a:lstStyle/>
        <a:p>
          <a:endParaRPr lang="en-US"/>
        </a:p>
      </dgm:t>
    </dgm:pt>
    <dgm:pt modelId="{73DB572E-062D-41AD-8033-D361B8E583DB}">
      <dgm:prSet phldrT="[Text]"/>
      <dgm:spPr/>
      <dgm:t>
        <a:bodyPr/>
        <a:lstStyle/>
        <a:p>
          <a:r>
            <a:rPr lang="en-US" dirty="0">
              <a:latin typeface="Times New Roman" pitchFamily="18" charset="0"/>
              <a:cs typeface="Times New Roman" pitchFamily="18" charset="0"/>
            </a:rPr>
            <a:t>Designing system architecture</a:t>
          </a:r>
        </a:p>
      </dgm:t>
    </dgm:pt>
    <dgm:pt modelId="{75D01B62-D132-48B8-9D06-D0A551A21107}" type="parTrans" cxnId="{AA17007A-110D-43AE-B6F2-DF2DF885F2E2}">
      <dgm:prSet/>
      <dgm:spPr/>
      <dgm:t>
        <a:bodyPr/>
        <a:lstStyle/>
        <a:p>
          <a:endParaRPr lang="en-US"/>
        </a:p>
      </dgm:t>
    </dgm:pt>
    <dgm:pt modelId="{98BDB650-3386-4D3D-8E80-609010499291}" type="sibTrans" cxnId="{AA17007A-110D-43AE-B6F2-DF2DF885F2E2}">
      <dgm:prSet/>
      <dgm:spPr/>
      <dgm:t>
        <a:bodyPr/>
        <a:lstStyle/>
        <a:p>
          <a:endParaRPr lang="en-US"/>
        </a:p>
      </dgm:t>
    </dgm:pt>
    <dgm:pt modelId="{5E92505A-51E0-4F78-B3C5-704ACF8710D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</a:p>
      </dgm:t>
    </dgm:pt>
    <dgm:pt modelId="{765B1266-7CE2-4F9C-AE38-D97DFBC1B151}" type="parTrans" cxnId="{DA8CD5E8-B2EE-41E4-8EC6-CFB41D688F68}">
      <dgm:prSet/>
      <dgm:spPr/>
      <dgm:t>
        <a:bodyPr/>
        <a:lstStyle/>
        <a:p>
          <a:endParaRPr lang="en-US"/>
        </a:p>
      </dgm:t>
    </dgm:pt>
    <dgm:pt modelId="{5E9E6A6F-635A-4791-A107-01E95B62EA08}" type="sibTrans" cxnId="{DA8CD5E8-B2EE-41E4-8EC6-CFB41D688F68}">
      <dgm:prSet/>
      <dgm:spPr/>
      <dgm:t>
        <a:bodyPr/>
        <a:lstStyle/>
        <a:p>
          <a:endParaRPr lang="en-US"/>
        </a:p>
      </dgm:t>
    </dgm:pt>
    <dgm:pt modelId="{65C051F6-A849-4495-A964-CD4C650B9C06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gm:t>
    </dgm:pt>
    <dgm:pt modelId="{C24738E5-1547-4D8D-A2CE-64D703ECDF78}" type="parTrans" cxnId="{521FD508-C5FD-4804-AFDC-D1FF9945B211}">
      <dgm:prSet/>
      <dgm:spPr/>
      <dgm:t>
        <a:bodyPr/>
        <a:lstStyle/>
        <a:p>
          <a:endParaRPr lang="en-US"/>
        </a:p>
      </dgm:t>
    </dgm:pt>
    <dgm:pt modelId="{196A2EB9-DD96-4630-B699-7AF000340374}" type="sibTrans" cxnId="{521FD508-C5FD-4804-AFDC-D1FF9945B211}">
      <dgm:prSet/>
      <dgm:spPr/>
      <dgm:t>
        <a:bodyPr/>
        <a:lstStyle/>
        <a:p>
          <a:endParaRPr lang="en-US"/>
        </a:p>
      </dgm:t>
    </dgm:pt>
    <dgm:pt modelId="{48C648A3-C8FD-43F0-B698-A07DB3DCAB66}">
      <dgm:prSet/>
      <dgm:spPr/>
      <dgm:t>
        <a:bodyPr/>
        <a:lstStyle/>
        <a:p>
          <a:r>
            <a:rPr lang="en-US">
              <a:latin typeface="Times New Roman" pitchFamily="18" charset="0"/>
              <a:cs typeface="Times New Roman" pitchFamily="18" charset="0"/>
            </a:rPr>
            <a:t>Learning basics of Face Recognition and AI</a:t>
          </a:r>
          <a:endParaRPr lang="en-US" dirty="0">
            <a:latin typeface="Times New Roman" pitchFamily="18" charset="0"/>
            <a:cs typeface="Times New Roman" pitchFamily="18" charset="0"/>
          </a:endParaRPr>
        </a:p>
      </dgm:t>
    </dgm:pt>
    <dgm:pt modelId="{B830CD12-E303-42F8-BC6C-428883ECAC33}" type="parTrans" cxnId="{B648229F-F2D4-4EBF-ACF4-AD3C4D08459E}">
      <dgm:prSet/>
      <dgm:spPr/>
      <dgm:t>
        <a:bodyPr/>
        <a:lstStyle/>
        <a:p>
          <a:endParaRPr lang="en-IN"/>
        </a:p>
      </dgm:t>
    </dgm:pt>
    <dgm:pt modelId="{CFF5EC4E-770F-449D-9879-34CA591337F1}" type="sibTrans" cxnId="{B648229F-F2D4-4EBF-ACF4-AD3C4D08459E}">
      <dgm:prSet/>
      <dgm:spPr/>
      <dgm:t>
        <a:bodyPr/>
        <a:lstStyle/>
        <a:p>
          <a:endParaRPr lang="en-IN"/>
        </a:p>
      </dgm:t>
    </dgm:pt>
    <dgm:pt modelId="{DD22D25B-0E06-4F5C-80E4-1BD744485501}">
      <dgm:prSet/>
      <dgm:spPr/>
      <dgm:t>
        <a:bodyPr/>
        <a:lstStyle/>
        <a:p>
          <a:r>
            <a:rPr lang="en-US">
              <a:latin typeface="Times New Roman" pitchFamily="18" charset="0"/>
              <a:cs typeface="Times New Roman" pitchFamily="18" charset="0"/>
            </a:rPr>
            <a:t>Studying Python, OpenCV, and Machine Learning concepts</a:t>
          </a:r>
          <a:endParaRPr lang="en-US" dirty="0">
            <a:latin typeface="Times New Roman" pitchFamily="18" charset="0"/>
            <a:cs typeface="Times New Roman" pitchFamily="18" charset="0"/>
          </a:endParaRPr>
        </a:p>
      </dgm:t>
    </dgm:pt>
    <dgm:pt modelId="{9D488271-C6FE-4BC7-BA1C-5B11C3F717A6}" type="parTrans" cxnId="{9BACD39A-0D4D-445F-8FD3-28C7D489C2DE}">
      <dgm:prSet/>
      <dgm:spPr/>
      <dgm:t>
        <a:bodyPr/>
        <a:lstStyle/>
        <a:p>
          <a:endParaRPr lang="en-IN"/>
        </a:p>
      </dgm:t>
    </dgm:pt>
    <dgm:pt modelId="{CC3E38C6-31D2-446E-8B23-61A0D57A414A}" type="sibTrans" cxnId="{9BACD39A-0D4D-445F-8FD3-28C7D489C2DE}">
      <dgm:prSet/>
      <dgm:spPr/>
      <dgm:t>
        <a:bodyPr/>
        <a:lstStyle/>
        <a:p>
          <a:endParaRPr lang="en-IN"/>
        </a:p>
      </dgm:t>
    </dgm:pt>
    <dgm:pt modelId="{6A2032D1-77BF-47C7-B29A-66BADB7AD471}">
      <dgm:prSet/>
      <dgm:spPr/>
      <dgm:t>
        <a:bodyPr/>
        <a:lstStyle/>
        <a:p>
          <a:r>
            <a:rPr lang="en-US" dirty="0">
              <a:latin typeface="Times New Roman" pitchFamily="18" charset="0"/>
              <a:cs typeface="Times New Roman" pitchFamily="18" charset="0"/>
            </a:rPr>
            <a:t>Literature survey and problem identification</a:t>
          </a:r>
          <a:endParaRPr lang="en-IN" dirty="0"/>
        </a:p>
      </dgm:t>
    </dgm:pt>
    <dgm:pt modelId="{A91FD54A-5D99-4F1C-9E28-4B8BABA8AD4D}" type="parTrans" cxnId="{BB5C2A29-E4F1-4DDD-A8E3-8AE82C9E0791}">
      <dgm:prSet/>
      <dgm:spPr/>
      <dgm:t>
        <a:bodyPr/>
        <a:lstStyle/>
        <a:p>
          <a:endParaRPr lang="en-IN"/>
        </a:p>
      </dgm:t>
    </dgm:pt>
    <dgm:pt modelId="{ED8FD379-1A86-4558-AC90-9EE4E8910977}" type="sibTrans" cxnId="{BB5C2A29-E4F1-4DDD-A8E3-8AE82C9E0791}">
      <dgm:prSet/>
      <dgm:spPr/>
      <dgm:t>
        <a:bodyPr/>
        <a:lstStyle/>
        <a:p>
          <a:endParaRPr lang="en-IN"/>
        </a:p>
      </dgm:t>
    </dgm:pt>
    <dgm:pt modelId="{F2F08B6E-204F-4E12-A256-7B104FC897B0}">
      <dgm:prSet/>
      <dgm:spPr/>
      <dgm:t>
        <a:bodyPr/>
        <a:lstStyle/>
        <a:p>
          <a:r>
            <a:rPr lang="en-US">
              <a:latin typeface="Times New Roman" pitchFamily="18" charset="0"/>
              <a:cs typeface="Times New Roman" pitchFamily="18" charset="0"/>
            </a:rPr>
            <a:t>Learning basics of Face Recognition and AI</a:t>
          </a:r>
          <a:endParaRPr lang="en-US" dirty="0">
            <a:latin typeface="Times New Roman" pitchFamily="18" charset="0"/>
            <a:cs typeface="Times New Roman" pitchFamily="18" charset="0"/>
          </a:endParaRPr>
        </a:p>
      </dgm:t>
    </dgm:pt>
    <dgm:pt modelId="{B751F263-A573-4E8D-BAA8-708BAAC2CC19}" type="parTrans" cxnId="{B7F11AF2-20C9-4434-A087-429F55FA4583}">
      <dgm:prSet/>
      <dgm:spPr/>
      <dgm:t>
        <a:bodyPr/>
        <a:lstStyle/>
        <a:p>
          <a:endParaRPr lang="en-IN"/>
        </a:p>
      </dgm:t>
    </dgm:pt>
    <dgm:pt modelId="{BC1A7BF1-57C9-4192-AA2D-4640BF4C54BA}" type="sibTrans" cxnId="{B7F11AF2-20C9-4434-A087-429F55FA4583}">
      <dgm:prSet/>
      <dgm:spPr/>
      <dgm:t>
        <a:bodyPr/>
        <a:lstStyle/>
        <a:p>
          <a:endParaRPr lang="en-IN"/>
        </a:p>
      </dgm:t>
    </dgm:pt>
    <dgm:pt modelId="{B7A1ED8F-483B-4010-9724-26083E59FEBF}">
      <dgm:prSet/>
      <dgm:spPr/>
      <dgm:t>
        <a:bodyPr/>
        <a:lstStyle/>
        <a:p>
          <a:r>
            <a:rPr lang="en-US">
              <a:latin typeface="Times New Roman" pitchFamily="18" charset="0"/>
              <a:cs typeface="Times New Roman" pitchFamily="18" charset="0"/>
            </a:rPr>
            <a:t>Studying Python, OpenCV, and Machine Learning concepts</a:t>
          </a:r>
          <a:endParaRPr lang="en-US" dirty="0">
            <a:latin typeface="Times New Roman" pitchFamily="18" charset="0"/>
            <a:cs typeface="Times New Roman" pitchFamily="18" charset="0"/>
          </a:endParaRPr>
        </a:p>
      </dgm:t>
    </dgm:pt>
    <dgm:pt modelId="{089C5D94-4009-4504-8FD2-5111248C7734}" type="parTrans" cxnId="{0F10DC7D-C901-40CB-A9F2-633FE2E96F6E}">
      <dgm:prSet/>
      <dgm:spPr/>
      <dgm:t>
        <a:bodyPr/>
        <a:lstStyle/>
        <a:p>
          <a:endParaRPr lang="en-IN"/>
        </a:p>
      </dgm:t>
    </dgm:pt>
    <dgm:pt modelId="{77E8797E-D7BC-46BA-8AAA-013C5C0D673C}" type="sibTrans" cxnId="{0F10DC7D-C901-40CB-A9F2-633FE2E96F6E}">
      <dgm:prSet/>
      <dgm:spPr/>
      <dgm:t>
        <a:bodyPr/>
        <a:lstStyle/>
        <a:p>
          <a:endParaRPr lang="en-IN"/>
        </a:p>
      </dgm:t>
    </dgm:pt>
    <dgm:pt modelId="{8C0A20F4-68FF-4205-B57A-3A5A5F0C10F6}">
      <dgm:prSet/>
      <dgm:spPr/>
      <dgm:t>
        <a:bodyPr/>
        <a:lstStyle/>
        <a:p>
          <a:r>
            <a:rPr lang="en-US" dirty="0">
              <a:latin typeface="Times New Roman" pitchFamily="18" charset="0"/>
              <a:cs typeface="Times New Roman" pitchFamily="18" charset="0"/>
            </a:rPr>
            <a:t>Literature survey and problem identification</a:t>
          </a:r>
        </a:p>
      </dgm:t>
    </dgm:pt>
    <dgm:pt modelId="{195AC951-932A-449F-949D-F7EBCD70658E}" type="parTrans" cxnId="{C757E4ED-CC41-4317-A484-053E1445D83A}">
      <dgm:prSet/>
      <dgm:spPr/>
      <dgm:t>
        <a:bodyPr/>
        <a:lstStyle/>
        <a:p>
          <a:endParaRPr lang="en-IN"/>
        </a:p>
      </dgm:t>
    </dgm:pt>
    <dgm:pt modelId="{3A053721-FC03-4D3E-9BB3-5429B66D4547}" type="sibTrans" cxnId="{C757E4ED-CC41-4317-A484-053E1445D83A}">
      <dgm:prSet/>
      <dgm:spPr/>
      <dgm:t>
        <a:bodyPr/>
        <a:lstStyle/>
        <a:p>
          <a:endParaRPr lang="en-IN"/>
        </a:p>
      </dgm:t>
    </dgm:pt>
    <dgm:pt modelId="{563E3ECE-9356-4B87-982C-8561EF942A8B}">
      <dgm:prSet/>
      <dgm:spPr/>
      <dgm:t>
        <a:bodyPr/>
        <a:lstStyle/>
        <a:p>
          <a:r>
            <a:rPr lang="en-US">
              <a:latin typeface="Times New Roman" pitchFamily="18" charset="0"/>
              <a:cs typeface="Times New Roman" pitchFamily="18" charset="0"/>
            </a:rPr>
            <a:t>Developing backend using Flask</a:t>
          </a:r>
          <a:endParaRPr lang="en-US" dirty="0">
            <a:latin typeface="Times New Roman" pitchFamily="18" charset="0"/>
            <a:cs typeface="Times New Roman" pitchFamily="18" charset="0"/>
          </a:endParaRPr>
        </a:p>
      </dgm:t>
    </dgm:pt>
    <dgm:pt modelId="{9BEF4D68-DE24-449C-90FB-75F14667362D}" type="parTrans" cxnId="{B3BEB7E9-F147-4342-95A5-E6D2D157B30E}">
      <dgm:prSet/>
      <dgm:spPr/>
      <dgm:t>
        <a:bodyPr/>
        <a:lstStyle/>
        <a:p>
          <a:endParaRPr lang="en-IN"/>
        </a:p>
      </dgm:t>
    </dgm:pt>
    <dgm:pt modelId="{A1DBC110-78B1-422F-AEEC-191B47D12B98}" type="sibTrans" cxnId="{B3BEB7E9-F147-4342-95A5-E6D2D157B30E}">
      <dgm:prSet/>
      <dgm:spPr/>
      <dgm:t>
        <a:bodyPr/>
        <a:lstStyle/>
        <a:p>
          <a:endParaRPr lang="en-IN"/>
        </a:p>
      </dgm:t>
    </dgm:pt>
    <dgm:pt modelId="{96605B8B-29FE-4BAF-8A02-B844F56B00DA}">
      <dgm:prSet/>
      <dgm:spPr/>
      <dgm:t>
        <a:bodyPr/>
        <a:lstStyle/>
        <a:p>
          <a:r>
            <a:rPr lang="en-US">
              <a:latin typeface="Times New Roman" pitchFamily="18" charset="0"/>
              <a:cs typeface="Times New Roman" pitchFamily="18" charset="0"/>
            </a:rPr>
            <a:t>Creating frontend using React</a:t>
          </a:r>
          <a:endParaRPr lang="en-US" dirty="0">
            <a:latin typeface="Times New Roman" pitchFamily="18" charset="0"/>
            <a:cs typeface="Times New Roman" pitchFamily="18" charset="0"/>
          </a:endParaRPr>
        </a:p>
      </dgm:t>
    </dgm:pt>
    <dgm:pt modelId="{57F3AA80-FF22-4C77-8CD0-79C07FF66176}" type="parTrans" cxnId="{68D5CE71-2886-4E75-8603-41964D64CF94}">
      <dgm:prSet/>
      <dgm:spPr/>
      <dgm:t>
        <a:bodyPr/>
        <a:lstStyle/>
        <a:p>
          <a:endParaRPr lang="en-IN"/>
        </a:p>
      </dgm:t>
    </dgm:pt>
    <dgm:pt modelId="{9E579AB5-5FC7-4D0A-AFB8-5AD5B0E07BD7}" type="sibTrans" cxnId="{68D5CE71-2886-4E75-8603-41964D64CF94}">
      <dgm:prSet/>
      <dgm:spPr/>
      <dgm:t>
        <a:bodyPr/>
        <a:lstStyle/>
        <a:p>
          <a:endParaRPr lang="en-IN"/>
        </a:p>
      </dgm:t>
    </dgm:pt>
    <dgm:pt modelId="{045A5D7F-C2AB-4191-BA8F-47AA8FEC83E0}">
      <dgm:prSet/>
      <dgm:spPr/>
      <dgm:t>
        <a:bodyPr/>
        <a:lstStyle/>
        <a:p>
          <a:r>
            <a:rPr lang="en-US">
              <a:latin typeface="Times New Roman" pitchFamily="18" charset="0"/>
              <a:cs typeface="Times New Roman" pitchFamily="18" charset="0"/>
            </a:rPr>
            <a:t>Dataset collection and face encoding</a:t>
          </a:r>
          <a:endParaRPr lang="en-US" dirty="0">
            <a:latin typeface="Times New Roman" pitchFamily="18" charset="0"/>
            <a:cs typeface="Times New Roman" pitchFamily="18" charset="0"/>
          </a:endParaRPr>
        </a:p>
      </dgm:t>
    </dgm:pt>
    <dgm:pt modelId="{5B2FA718-49A9-4090-A109-777F17DD0A32}" type="parTrans" cxnId="{6F8C10AF-260C-41A6-B340-2668033FE3BB}">
      <dgm:prSet/>
      <dgm:spPr/>
      <dgm:t>
        <a:bodyPr/>
        <a:lstStyle/>
        <a:p>
          <a:endParaRPr lang="en-IN"/>
        </a:p>
      </dgm:t>
    </dgm:pt>
    <dgm:pt modelId="{2592FFED-CF28-40BA-AF9F-556275DF9250}" type="sibTrans" cxnId="{6F8C10AF-260C-41A6-B340-2668033FE3BB}">
      <dgm:prSet/>
      <dgm:spPr/>
      <dgm:t>
        <a:bodyPr/>
        <a:lstStyle/>
        <a:p>
          <a:endParaRPr lang="en-IN"/>
        </a:p>
      </dgm:t>
    </dgm:pt>
    <dgm:pt modelId="{A403D956-3910-4752-9950-F3388DFF179A}">
      <dgm:prSet/>
      <dgm:spPr/>
      <dgm:t>
        <a:bodyPr/>
        <a:lstStyle/>
        <a:p>
          <a:r>
            <a:rPr lang="en-US" dirty="0">
              <a:latin typeface="Times New Roman" pitchFamily="18" charset="0"/>
              <a:cs typeface="Times New Roman" pitchFamily="18" charset="0"/>
            </a:rPr>
            <a:t>Git Hub repository setup</a:t>
          </a:r>
        </a:p>
      </dgm:t>
    </dgm:pt>
    <dgm:pt modelId="{CB22B286-AD1E-4B1D-AE76-CEC61919C575}" type="parTrans" cxnId="{A829F688-A748-4A5E-98A7-5B321FD7788C}">
      <dgm:prSet/>
      <dgm:spPr/>
      <dgm:t>
        <a:bodyPr/>
        <a:lstStyle/>
        <a:p>
          <a:endParaRPr lang="en-IN"/>
        </a:p>
      </dgm:t>
    </dgm:pt>
    <dgm:pt modelId="{347F74E1-84FF-42FE-88B8-A95213F805E7}" type="sibTrans" cxnId="{A829F688-A748-4A5E-98A7-5B321FD7788C}">
      <dgm:prSet/>
      <dgm:spPr/>
      <dgm:t>
        <a:bodyPr/>
        <a:lstStyle/>
        <a:p>
          <a:endParaRPr lang="en-IN"/>
        </a:p>
      </dgm:t>
    </dgm:pt>
    <dgm:pt modelId="{416D090E-C2E6-4B30-ADA7-2E1319AF039B}">
      <dgm:prSet phldrT="[Text]"/>
      <dgm:spPr/>
      <dgm:t>
        <a:bodyPr/>
        <a:lstStyle/>
        <a:p>
          <a:r>
            <a:rPr lang="en-US" dirty="0"/>
            <a:t>Integrating frontend with backend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8A70195-3D59-43D3-8134-26216D13AEA7}" type="parTrans" cxnId="{331BB710-0CE1-46AB-929B-058A23D89267}">
      <dgm:prSet/>
      <dgm:spPr/>
      <dgm:t>
        <a:bodyPr/>
        <a:lstStyle/>
        <a:p>
          <a:endParaRPr lang="en-IN"/>
        </a:p>
      </dgm:t>
    </dgm:pt>
    <dgm:pt modelId="{FC04E33E-2946-4CE5-A6FD-9739FF59DA3A}" type="sibTrans" cxnId="{331BB710-0CE1-46AB-929B-058A23D89267}">
      <dgm:prSet/>
      <dgm:spPr/>
      <dgm:t>
        <a:bodyPr/>
        <a:lstStyle/>
        <a:p>
          <a:endParaRPr lang="en-IN"/>
        </a:p>
      </dgm:t>
    </dgm:pt>
    <dgm:pt modelId="{DCB4C461-15BD-42C3-B566-D7F7ABBC5938}">
      <dgm:prSet/>
      <dgm:spPr/>
      <dgm:t>
        <a:bodyPr/>
        <a:lstStyle/>
        <a:p>
          <a:r>
            <a:rPr lang="en-US"/>
            <a:t>Implementing live camera recognition</a:t>
          </a:r>
          <a:endParaRPr lang="en-US" dirty="0"/>
        </a:p>
      </dgm:t>
    </dgm:pt>
    <dgm:pt modelId="{FCD70C09-4CCD-48E6-A35F-A2D7351F5178}" type="parTrans" cxnId="{F79B1EE6-22C2-49B1-93E9-EE54E94837FA}">
      <dgm:prSet/>
      <dgm:spPr/>
      <dgm:t>
        <a:bodyPr/>
        <a:lstStyle/>
        <a:p>
          <a:endParaRPr lang="en-IN"/>
        </a:p>
      </dgm:t>
    </dgm:pt>
    <dgm:pt modelId="{0E2C23F1-312C-46B7-8C00-EB0FF73CD32A}" type="sibTrans" cxnId="{F79B1EE6-22C2-49B1-93E9-EE54E94837FA}">
      <dgm:prSet/>
      <dgm:spPr/>
      <dgm:t>
        <a:bodyPr/>
        <a:lstStyle/>
        <a:p>
          <a:endParaRPr lang="en-IN"/>
        </a:p>
      </dgm:t>
    </dgm:pt>
    <dgm:pt modelId="{3E624DA9-8DA0-4C0F-8839-555AC51BB410}">
      <dgm:prSet/>
      <dgm:spPr/>
      <dgm:t>
        <a:bodyPr/>
        <a:lstStyle/>
        <a:p>
          <a:r>
            <a:rPr lang="en-US"/>
            <a:t>Testing face detection and attendance marking</a:t>
          </a:r>
          <a:endParaRPr lang="en-US" dirty="0"/>
        </a:p>
      </dgm:t>
    </dgm:pt>
    <dgm:pt modelId="{201C8DF5-35BB-4790-BE35-3F3B9000308E}" type="parTrans" cxnId="{D1634ACD-DAE8-4D18-99D7-BC6AC3626E0D}">
      <dgm:prSet/>
      <dgm:spPr/>
      <dgm:t>
        <a:bodyPr/>
        <a:lstStyle/>
        <a:p>
          <a:endParaRPr lang="en-IN"/>
        </a:p>
      </dgm:t>
    </dgm:pt>
    <dgm:pt modelId="{A12DB998-4872-45E6-9E79-B2DCA4BA1250}" type="sibTrans" cxnId="{D1634ACD-DAE8-4D18-99D7-BC6AC3626E0D}">
      <dgm:prSet/>
      <dgm:spPr/>
      <dgm:t>
        <a:bodyPr/>
        <a:lstStyle/>
        <a:p>
          <a:endParaRPr lang="en-IN"/>
        </a:p>
      </dgm:t>
    </dgm:pt>
    <dgm:pt modelId="{A17CD9F5-E94A-47B1-8D9A-66D9761C14CE}">
      <dgm:prSet/>
      <dgm:spPr/>
      <dgm:t>
        <a:bodyPr/>
        <a:lstStyle/>
        <a:p>
          <a:r>
            <a:rPr lang="en-US"/>
            <a:t>Improving accuracy and performance</a:t>
          </a:r>
          <a:endParaRPr lang="en-IN"/>
        </a:p>
      </dgm:t>
    </dgm:pt>
    <dgm:pt modelId="{541E8CBA-44A8-4737-8E02-10B7ECBDBD06}" type="parTrans" cxnId="{533CB239-3ECE-4D2F-8E80-9D9E25FCDC58}">
      <dgm:prSet/>
      <dgm:spPr/>
      <dgm:t>
        <a:bodyPr/>
        <a:lstStyle/>
        <a:p>
          <a:endParaRPr lang="en-IN"/>
        </a:p>
      </dgm:t>
    </dgm:pt>
    <dgm:pt modelId="{94707AD3-D63C-45A5-906D-791B1A34D38C}" type="sibTrans" cxnId="{533CB239-3ECE-4D2F-8E80-9D9E25FCDC58}">
      <dgm:prSet/>
      <dgm:spPr/>
      <dgm:t>
        <a:bodyPr/>
        <a:lstStyle/>
        <a:p>
          <a:endParaRPr lang="en-IN"/>
        </a:p>
      </dgm:t>
    </dgm:pt>
    <dgm:pt modelId="{93FAC282-2A06-4022-B014-672DEE0B8DF2}">
      <dgm:prSet phldrT="[Text]"/>
      <dgm:spPr/>
      <dgm:t>
        <a:bodyPr/>
        <a:lstStyle/>
        <a:p>
          <a:r>
            <a:rPr lang="en-US" dirty="0">
              <a:latin typeface="Times New Roman" pitchFamily="18" charset="0"/>
              <a:cs typeface="Times New Roman" pitchFamily="18" charset="0"/>
            </a:rPr>
            <a:t>Complete system deployment</a:t>
          </a:r>
        </a:p>
      </dgm:t>
    </dgm:pt>
    <dgm:pt modelId="{76D83CF6-285A-48D8-B7D1-955FFEB5116F}" type="parTrans" cxnId="{55EA5F7A-8DD3-48F5-9C49-42F37D5B21F5}">
      <dgm:prSet/>
      <dgm:spPr/>
      <dgm:t>
        <a:bodyPr/>
        <a:lstStyle/>
        <a:p>
          <a:endParaRPr lang="en-IN"/>
        </a:p>
      </dgm:t>
    </dgm:pt>
    <dgm:pt modelId="{A91C9039-BED2-4CC3-8DC0-8FC1E0E67846}" type="sibTrans" cxnId="{55EA5F7A-8DD3-48F5-9C49-42F37D5B21F5}">
      <dgm:prSet/>
      <dgm:spPr/>
      <dgm:t>
        <a:bodyPr/>
        <a:lstStyle/>
        <a:p>
          <a:endParaRPr lang="en-IN"/>
        </a:p>
      </dgm:t>
    </dgm:pt>
    <dgm:pt modelId="{62FA8070-4844-4238-85C8-23D814FD1C00}">
      <dgm:prSet/>
      <dgm:spPr/>
      <dgm:t>
        <a:bodyPr/>
        <a:lstStyle/>
        <a:p>
          <a:r>
            <a:rPr lang="en-US">
              <a:latin typeface="Times New Roman" pitchFamily="18" charset="0"/>
              <a:cs typeface="Times New Roman" pitchFamily="18" charset="0"/>
            </a:rPr>
            <a:t>Final testing and validation</a:t>
          </a:r>
          <a:endParaRPr lang="en-US" dirty="0">
            <a:latin typeface="Times New Roman" pitchFamily="18" charset="0"/>
            <a:cs typeface="Times New Roman" pitchFamily="18" charset="0"/>
          </a:endParaRPr>
        </a:p>
      </dgm:t>
    </dgm:pt>
    <dgm:pt modelId="{61AF879B-5411-4BCA-8DE3-20FA3C9C45C0}" type="parTrans" cxnId="{B6D1402E-2A8B-4E4D-9D34-4229D7889669}">
      <dgm:prSet/>
      <dgm:spPr/>
      <dgm:t>
        <a:bodyPr/>
        <a:lstStyle/>
        <a:p>
          <a:endParaRPr lang="en-IN"/>
        </a:p>
      </dgm:t>
    </dgm:pt>
    <dgm:pt modelId="{7617B491-C37B-4DF6-B261-876DDD75E21E}" type="sibTrans" cxnId="{B6D1402E-2A8B-4E4D-9D34-4229D7889669}">
      <dgm:prSet/>
      <dgm:spPr/>
      <dgm:t>
        <a:bodyPr/>
        <a:lstStyle/>
        <a:p>
          <a:endParaRPr lang="en-IN"/>
        </a:p>
      </dgm:t>
    </dgm:pt>
    <dgm:pt modelId="{D9353DC7-B88A-4058-BFE3-9A95B765A4A5}">
      <dgm:prSet/>
      <dgm:spPr/>
      <dgm:t>
        <a:bodyPr/>
        <a:lstStyle/>
        <a:p>
          <a:r>
            <a:rPr lang="en-US">
              <a:latin typeface="Times New Roman" pitchFamily="18" charset="0"/>
              <a:cs typeface="Times New Roman" pitchFamily="18" charset="0"/>
            </a:rPr>
            <a:t>Project demonstration</a:t>
          </a:r>
          <a:endParaRPr lang="en-US" dirty="0">
            <a:latin typeface="Times New Roman" pitchFamily="18" charset="0"/>
            <a:cs typeface="Times New Roman" pitchFamily="18" charset="0"/>
          </a:endParaRPr>
        </a:p>
      </dgm:t>
    </dgm:pt>
    <dgm:pt modelId="{0B948859-5BF0-4C0F-8BA6-E2FF8E621CD1}" type="parTrans" cxnId="{2287D37E-624B-4292-8353-661020E640BB}">
      <dgm:prSet/>
      <dgm:spPr/>
      <dgm:t>
        <a:bodyPr/>
        <a:lstStyle/>
        <a:p>
          <a:endParaRPr lang="en-IN"/>
        </a:p>
      </dgm:t>
    </dgm:pt>
    <dgm:pt modelId="{2735436E-25E4-4A66-8C88-FB17DEB9CCAE}" type="sibTrans" cxnId="{2287D37E-624B-4292-8353-661020E640BB}">
      <dgm:prSet/>
      <dgm:spPr/>
      <dgm:t>
        <a:bodyPr/>
        <a:lstStyle/>
        <a:p>
          <a:endParaRPr lang="en-IN"/>
        </a:p>
      </dgm:t>
    </dgm:pt>
    <dgm:pt modelId="{340A46C0-01E5-4615-BE8B-8B702F1FA3E0}">
      <dgm:prSet/>
      <dgm:spPr/>
      <dgm:t>
        <a:bodyPr/>
        <a:lstStyle/>
        <a:p>
          <a:r>
            <a:rPr lang="en-US">
              <a:latin typeface="Times New Roman" pitchFamily="18" charset="0"/>
              <a:cs typeface="Times New Roman" pitchFamily="18" charset="0"/>
            </a:rPr>
            <a:t>Final report submission</a:t>
          </a:r>
          <a:endParaRPr lang="en-US" dirty="0">
            <a:latin typeface="Times New Roman" pitchFamily="18" charset="0"/>
            <a:cs typeface="Times New Roman" pitchFamily="18" charset="0"/>
          </a:endParaRPr>
        </a:p>
      </dgm:t>
    </dgm:pt>
    <dgm:pt modelId="{C6F82995-9B83-4399-95B7-2ED602B2842C}" type="parTrans" cxnId="{1E901BF6-2660-410C-ACB9-E4539F99D8C7}">
      <dgm:prSet/>
      <dgm:spPr/>
      <dgm:t>
        <a:bodyPr/>
        <a:lstStyle/>
        <a:p>
          <a:endParaRPr lang="en-IN"/>
        </a:p>
      </dgm:t>
    </dgm:pt>
    <dgm:pt modelId="{B436BB07-A63C-4998-93FE-3B4DD19FE7BC}" type="sibTrans" cxnId="{1E901BF6-2660-410C-ACB9-E4539F99D8C7}">
      <dgm:prSet/>
      <dgm:spPr/>
      <dgm:t>
        <a:bodyPr/>
        <a:lstStyle/>
        <a:p>
          <a:endParaRPr lang="en-IN"/>
        </a:p>
      </dgm:t>
    </dgm:pt>
    <dgm:pt modelId="{6A927E9D-76C8-4373-8354-88E8FBA5B5FD}">
      <dgm:prSet/>
      <dgm:spPr/>
      <dgm:t>
        <a:bodyPr/>
        <a:lstStyle/>
        <a:p>
          <a:r>
            <a:rPr lang="en-US">
              <a:latin typeface="Times New Roman" pitchFamily="18" charset="0"/>
              <a:cs typeface="Times New Roman" pitchFamily="18" charset="0"/>
            </a:rPr>
            <a:t>Internship completion</a:t>
          </a:r>
          <a:endParaRPr lang="en-IN" dirty="0"/>
        </a:p>
      </dgm:t>
    </dgm:pt>
    <dgm:pt modelId="{683E3B82-66D1-41A3-ACC7-1813336B4936}" type="parTrans" cxnId="{5663A688-652D-4568-ABAE-C3AAF70520A2}">
      <dgm:prSet/>
      <dgm:spPr/>
      <dgm:t>
        <a:bodyPr/>
        <a:lstStyle/>
        <a:p>
          <a:endParaRPr lang="en-IN"/>
        </a:p>
      </dgm:t>
    </dgm:pt>
    <dgm:pt modelId="{10BD509F-DD8E-436E-A8B6-CA9D2370C010}" type="sibTrans" cxnId="{5663A688-652D-4568-ABAE-C3AAF70520A2}">
      <dgm:prSet/>
      <dgm:spPr/>
      <dgm:t>
        <a:bodyPr/>
        <a:lstStyle/>
        <a:p>
          <a:endParaRPr lang="en-IN"/>
        </a:p>
      </dgm:t>
    </dgm:pt>
    <dgm:pt modelId="{A6BCDA7B-D633-438F-B44D-CB4D60E5C492}" type="pres">
      <dgm:prSet presAssocID="{5751524B-FB67-4894-A0C5-35151E149D68}" presName="Name0" presStyleCnt="0">
        <dgm:presLayoutVars>
          <dgm:chMax val="7"/>
          <dgm:chPref val="5"/>
          <dgm:dir/>
          <dgm:animOne val="branch"/>
          <dgm:animLvl val="lvl"/>
        </dgm:presLayoutVars>
      </dgm:prSet>
      <dgm:spPr/>
    </dgm:pt>
    <dgm:pt modelId="{4B03E4CC-F9FB-446F-814A-68422A5B6775}" type="pres">
      <dgm:prSet presAssocID="{65C051F6-A849-4495-A964-CD4C650B9C06}" presName="ChildAccent5" presStyleCnt="0"/>
      <dgm:spPr/>
    </dgm:pt>
    <dgm:pt modelId="{8CAE5A4D-0C7B-48A6-917B-0B8433D0574B}" type="pres">
      <dgm:prSet presAssocID="{65C051F6-A849-4495-A964-CD4C650B9C06}" presName="ChildAccent" presStyleLbl="alignImgPlace1" presStyleIdx="0" presStyleCnt="5"/>
      <dgm:spPr/>
    </dgm:pt>
    <dgm:pt modelId="{E9AB1205-B9BA-4AAB-B401-6EC612149C68}" type="pres">
      <dgm:prSet presAssocID="{65C051F6-A849-4495-A964-CD4C650B9C06}" presName="Child5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2B7C98A0-60DA-4897-B5E2-5081B486904F}" type="pres">
      <dgm:prSet presAssocID="{65C051F6-A849-4495-A964-CD4C650B9C06}" presName="Parent5" presStyleLbl="node1" presStyleIdx="0" presStyleCnt="5">
        <dgm:presLayoutVars>
          <dgm:chMax val="2"/>
          <dgm:chPref val="1"/>
          <dgm:bulletEnabled val="1"/>
        </dgm:presLayoutVars>
      </dgm:prSet>
      <dgm:spPr/>
    </dgm:pt>
    <dgm:pt modelId="{EA3B7F60-AEEC-41A8-8A2C-D3679EFCD073}" type="pres">
      <dgm:prSet presAssocID="{5E92505A-51E0-4F78-B3C5-704ACF8710DE}" presName="ChildAccent4" presStyleCnt="0"/>
      <dgm:spPr/>
    </dgm:pt>
    <dgm:pt modelId="{FC0F1314-3294-4A8C-8DCE-EB53E236164C}" type="pres">
      <dgm:prSet presAssocID="{5E92505A-51E0-4F78-B3C5-704ACF8710DE}" presName="ChildAccent" presStyleLbl="alignImgPlace1" presStyleIdx="1" presStyleCnt="5"/>
      <dgm:spPr/>
    </dgm:pt>
    <dgm:pt modelId="{98225A61-A0EC-450A-BED8-EF2E47E8FD18}" type="pres">
      <dgm:prSet presAssocID="{5E92505A-51E0-4F78-B3C5-704ACF8710DE}" presName="Child4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2AAD338D-3122-4454-9A67-16BE024D44E3}" type="pres">
      <dgm:prSet presAssocID="{5E92505A-51E0-4F78-B3C5-704ACF8710DE}" presName="Parent4" presStyleLbl="node1" presStyleIdx="1" presStyleCnt="5">
        <dgm:presLayoutVars>
          <dgm:chMax val="2"/>
          <dgm:chPref val="1"/>
          <dgm:bulletEnabled val="1"/>
        </dgm:presLayoutVars>
      </dgm:prSet>
      <dgm:spPr/>
    </dgm:pt>
    <dgm:pt modelId="{96AFCF47-32CA-4C44-9E3C-782007B7112E}" type="pres">
      <dgm:prSet presAssocID="{A59EC69B-8F3F-425B-819F-E8C557946AEE}" presName="ChildAccent3" presStyleCnt="0"/>
      <dgm:spPr/>
    </dgm:pt>
    <dgm:pt modelId="{2532504F-5FE1-4C97-B485-F05E8885EACC}" type="pres">
      <dgm:prSet presAssocID="{A59EC69B-8F3F-425B-819F-E8C557946AEE}" presName="ChildAccent" presStyleLbl="alignImgPlace1" presStyleIdx="2" presStyleCnt="5"/>
      <dgm:spPr/>
    </dgm:pt>
    <dgm:pt modelId="{0D08ED52-6744-4369-B780-916B09984775}" type="pres">
      <dgm:prSet presAssocID="{A59EC69B-8F3F-425B-819F-E8C557946AEE}" presName="Child3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4C66D42D-7E6D-4563-AFDC-369C30B73F70}" type="pres">
      <dgm:prSet presAssocID="{A59EC69B-8F3F-425B-819F-E8C557946AEE}" presName="Parent3" presStyleLbl="node1" presStyleIdx="2" presStyleCnt="5">
        <dgm:presLayoutVars>
          <dgm:chMax val="2"/>
          <dgm:chPref val="1"/>
          <dgm:bulletEnabled val="1"/>
        </dgm:presLayoutVars>
      </dgm:prSet>
      <dgm:spPr/>
    </dgm:pt>
    <dgm:pt modelId="{C1269CE6-C767-48CC-AAFD-A238D1FFDABA}" type="pres">
      <dgm:prSet presAssocID="{7B3055AA-BF7C-46D0-9A9E-60087B9F57B4}" presName="ChildAccent2" presStyleCnt="0"/>
      <dgm:spPr/>
    </dgm:pt>
    <dgm:pt modelId="{06F8D57B-EDF4-4CF4-8700-DC2CA3E3028E}" type="pres">
      <dgm:prSet presAssocID="{7B3055AA-BF7C-46D0-9A9E-60087B9F57B4}" presName="ChildAccent" presStyleLbl="alignImgPlace1" presStyleIdx="3" presStyleCnt="5"/>
      <dgm:spPr/>
    </dgm:pt>
    <dgm:pt modelId="{6BCCFBA6-7A43-4631-AD7F-AFB10E1E6CD7}" type="pres">
      <dgm:prSet presAssocID="{7B3055AA-BF7C-46D0-9A9E-60087B9F57B4}" presName="Child2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00BB3360-A9BB-4051-A4B1-1216F82F642C}" type="pres">
      <dgm:prSet presAssocID="{7B3055AA-BF7C-46D0-9A9E-60087B9F57B4}" presName="Parent2" presStyleLbl="node1" presStyleIdx="3" presStyleCnt="5">
        <dgm:presLayoutVars>
          <dgm:chMax val="2"/>
          <dgm:chPref val="1"/>
          <dgm:bulletEnabled val="1"/>
        </dgm:presLayoutVars>
      </dgm:prSet>
      <dgm:spPr/>
    </dgm:pt>
    <dgm:pt modelId="{7305DF14-0FF5-45E4-8B19-015814092DBD}" type="pres">
      <dgm:prSet presAssocID="{988D96B0-D16E-4763-B393-84178CF4FF50}" presName="ChildAccent1" presStyleCnt="0"/>
      <dgm:spPr/>
    </dgm:pt>
    <dgm:pt modelId="{A134CDD1-D85F-44EF-8BEE-9F99A855C1E6}" type="pres">
      <dgm:prSet presAssocID="{988D96B0-D16E-4763-B393-84178CF4FF50}" presName="ChildAccent" presStyleLbl="alignImgPlace1" presStyleIdx="4" presStyleCnt="5"/>
      <dgm:spPr/>
    </dgm:pt>
    <dgm:pt modelId="{1C91D7E3-8940-4A33-9182-677DD5415901}" type="pres">
      <dgm:prSet presAssocID="{988D96B0-D16E-4763-B393-84178CF4FF50}" presName="Child1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65257024-FAC0-4522-B139-1CC85B547BE8}" type="pres">
      <dgm:prSet presAssocID="{988D96B0-D16E-4763-B393-84178CF4FF50}" presName="Parent1" presStyleLbl="node1" presStyleIdx="4" presStyleCnt="5">
        <dgm:presLayoutVars>
          <dgm:chMax val="2"/>
          <dgm:chPref val="1"/>
          <dgm:bulletEnabled val="1"/>
        </dgm:presLayoutVars>
      </dgm:prSet>
      <dgm:spPr/>
    </dgm:pt>
  </dgm:ptLst>
  <dgm:cxnLst>
    <dgm:cxn modelId="{E6B70501-CFCB-4D4A-94BE-F63036069196}" type="presOf" srcId="{5751524B-FB67-4894-A0C5-35151E149D68}" destId="{A6BCDA7B-D633-438F-B44D-CB4D60E5C492}" srcOrd="0" destOrd="0" presId="urn:microsoft.com/office/officeart/2011/layout/InterconnectedBlockProcess"/>
    <dgm:cxn modelId="{02029A04-E420-419D-AE8C-536E11756D37}" type="presOf" srcId="{6A927E9D-76C8-4373-8354-88E8FBA5B5FD}" destId="{8CAE5A4D-0C7B-48A6-917B-0B8433D0574B}" srcOrd="0" destOrd="4" presId="urn:microsoft.com/office/officeart/2011/layout/InterconnectedBlockProcess"/>
    <dgm:cxn modelId="{521FD508-C5FD-4804-AFDC-D1FF9945B211}" srcId="{5751524B-FB67-4894-A0C5-35151E149D68}" destId="{65C051F6-A849-4495-A964-CD4C650B9C06}" srcOrd="4" destOrd="0" parTransId="{C24738E5-1547-4D8D-A2CE-64D703ECDF78}" sibTransId="{196A2EB9-DD96-4630-B699-7AF000340374}"/>
    <dgm:cxn modelId="{36E9DD0F-2A86-40D2-AAC0-762D39CAC2ED}" type="presOf" srcId="{6A2032D1-77BF-47C7-B29A-66BADB7AD471}" destId="{1C91D7E3-8940-4A33-9182-677DD5415901}" srcOrd="1" destOrd="3" presId="urn:microsoft.com/office/officeart/2011/layout/InterconnectedBlockProcess"/>
    <dgm:cxn modelId="{C43B0110-2CFA-4F63-84FD-9FB92A837289}" type="presOf" srcId="{48C648A3-C8FD-43F0-B698-A07DB3DCAB66}" destId="{1C91D7E3-8940-4A33-9182-677DD5415901}" srcOrd="1" destOrd="1" presId="urn:microsoft.com/office/officeart/2011/layout/InterconnectedBlockProcess"/>
    <dgm:cxn modelId="{331BB710-0CE1-46AB-929B-058A23D89267}" srcId="{5E92505A-51E0-4F78-B3C5-704ACF8710DE}" destId="{416D090E-C2E6-4B30-ADA7-2E1319AF039B}" srcOrd="0" destOrd="0" parTransId="{38A70195-3D59-43D3-8134-26216D13AEA7}" sibTransId="{FC04E33E-2946-4CE5-A6FD-9739FF59DA3A}"/>
    <dgm:cxn modelId="{E94CD512-E47E-4B2A-8B42-1BBD0CE921B4}" type="presOf" srcId="{D471E45F-B026-44AA-9616-57E786AE80AF}" destId="{A134CDD1-D85F-44EF-8BEE-9F99A855C1E6}" srcOrd="0" destOrd="0" presId="urn:microsoft.com/office/officeart/2011/layout/InterconnectedBlockProcess"/>
    <dgm:cxn modelId="{A6532C16-AFEE-4EEA-891E-F5DAB7412E13}" type="presOf" srcId="{73DB572E-062D-41AD-8033-D361B8E583DB}" destId="{2532504F-5FE1-4C97-B485-F05E8885EACC}" srcOrd="0" destOrd="0" presId="urn:microsoft.com/office/officeart/2011/layout/InterconnectedBlockProcess"/>
    <dgm:cxn modelId="{73838A1F-697D-4BF8-942B-5D5BF52E2810}" type="presOf" srcId="{045A5D7F-C2AB-4191-BA8F-47AA8FEC83E0}" destId="{0D08ED52-6744-4369-B780-916B09984775}" srcOrd="1" destOrd="3" presId="urn:microsoft.com/office/officeart/2011/layout/InterconnectedBlockProcess"/>
    <dgm:cxn modelId="{14271021-8784-4688-96FE-21B4F9A3C855}" type="presOf" srcId="{A59EC69B-8F3F-425B-819F-E8C557946AEE}" destId="{4C66D42D-7E6D-4563-AFDC-369C30B73F70}" srcOrd="0" destOrd="0" presId="urn:microsoft.com/office/officeart/2011/layout/InterconnectedBlockProcess"/>
    <dgm:cxn modelId="{DA110426-414D-4C3F-B665-76002F1FE2A0}" type="presOf" srcId="{6A2032D1-77BF-47C7-B29A-66BADB7AD471}" destId="{A134CDD1-D85F-44EF-8BEE-9F99A855C1E6}" srcOrd="0" destOrd="3" presId="urn:microsoft.com/office/officeart/2011/layout/InterconnectedBlockProcess"/>
    <dgm:cxn modelId="{98292D26-9485-4351-9DB9-9AD963C9C587}" type="presOf" srcId="{563E3ECE-9356-4B87-982C-8561EF942A8B}" destId="{2532504F-5FE1-4C97-B485-F05E8885EACC}" srcOrd="0" destOrd="1" presId="urn:microsoft.com/office/officeart/2011/layout/InterconnectedBlockProcess"/>
    <dgm:cxn modelId="{67DA7328-2BFC-4AE8-BA94-73F9FB0C0B0A}" type="presOf" srcId="{A17CD9F5-E94A-47B1-8D9A-66D9761C14CE}" destId="{FC0F1314-3294-4A8C-8DCE-EB53E236164C}" srcOrd="0" destOrd="3" presId="urn:microsoft.com/office/officeart/2011/layout/InterconnectedBlockProcess"/>
    <dgm:cxn modelId="{BB5C2A29-E4F1-4DDD-A8E3-8AE82C9E0791}" srcId="{988D96B0-D16E-4763-B393-84178CF4FF50}" destId="{6A2032D1-77BF-47C7-B29A-66BADB7AD471}" srcOrd="3" destOrd="0" parTransId="{A91FD54A-5D99-4F1C-9E28-4B8BABA8AD4D}" sibTransId="{ED8FD379-1A86-4558-AC90-9EE4E8910977}"/>
    <dgm:cxn modelId="{B6D1402E-2A8B-4E4D-9D34-4229D7889669}" srcId="{65C051F6-A849-4495-A964-CD4C650B9C06}" destId="{62FA8070-4844-4238-85C8-23D814FD1C00}" srcOrd="1" destOrd="0" parTransId="{61AF879B-5411-4BCA-8DE3-20FA3C9C45C0}" sibTransId="{7617B491-C37B-4DF6-B261-876DDD75E21E}"/>
    <dgm:cxn modelId="{44228A36-96E3-44B6-B77C-FE9D06A4C084}" type="presOf" srcId="{93FAC282-2A06-4022-B014-672DEE0B8DF2}" destId="{E9AB1205-B9BA-4AAB-B401-6EC612149C68}" srcOrd="1" destOrd="0" presId="urn:microsoft.com/office/officeart/2011/layout/InterconnectedBlockProcess"/>
    <dgm:cxn modelId="{533CB239-3ECE-4D2F-8E80-9D9E25FCDC58}" srcId="{5E92505A-51E0-4F78-B3C5-704ACF8710DE}" destId="{A17CD9F5-E94A-47B1-8D9A-66D9761C14CE}" srcOrd="3" destOrd="0" parTransId="{541E8CBA-44A8-4737-8E02-10B7ECBDBD06}" sibTransId="{94707AD3-D63C-45A5-906D-791B1A34D38C}"/>
    <dgm:cxn modelId="{47C83A3A-7844-4344-96DB-4C9DA3FEEA1B}" type="presOf" srcId="{DD22D25B-0E06-4F5C-80E4-1BD744485501}" destId="{1C91D7E3-8940-4A33-9182-677DD5415901}" srcOrd="1" destOrd="2" presId="urn:microsoft.com/office/officeart/2011/layout/InterconnectedBlockProcess"/>
    <dgm:cxn modelId="{7041FF3B-C919-4AD5-BAD5-9C846E01A0C6}" type="presOf" srcId="{3E624DA9-8DA0-4C0F-8839-555AC51BB410}" destId="{FC0F1314-3294-4A8C-8DCE-EB53E236164C}" srcOrd="0" destOrd="2" presId="urn:microsoft.com/office/officeart/2011/layout/InterconnectedBlockProcess"/>
    <dgm:cxn modelId="{BD4D063F-4481-4272-86B1-D2EA110CC162}" type="presOf" srcId="{73DB572E-062D-41AD-8033-D361B8E583DB}" destId="{0D08ED52-6744-4369-B780-916B09984775}" srcOrd="1" destOrd="0" presId="urn:microsoft.com/office/officeart/2011/layout/InterconnectedBlockProcess"/>
    <dgm:cxn modelId="{9B99213F-89FB-4E6A-8758-A2193FB1276E}" type="presOf" srcId="{A17CD9F5-E94A-47B1-8D9A-66D9761C14CE}" destId="{98225A61-A0EC-450A-BED8-EF2E47E8FD18}" srcOrd="1" destOrd="3" presId="urn:microsoft.com/office/officeart/2011/layout/InterconnectedBlockProcess"/>
    <dgm:cxn modelId="{E96E0740-17A8-473C-AD45-D22238B962D0}" type="presOf" srcId="{48C648A3-C8FD-43F0-B698-A07DB3DCAB66}" destId="{A134CDD1-D85F-44EF-8BEE-9F99A855C1E6}" srcOrd="0" destOrd="1" presId="urn:microsoft.com/office/officeart/2011/layout/InterconnectedBlockProcess"/>
    <dgm:cxn modelId="{CEBBC15C-EAD9-43A7-8AFF-695455B7E4BE}" type="presOf" srcId="{DCB4C461-15BD-42C3-B566-D7F7ABBC5938}" destId="{FC0F1314-3294-4A8C-8DCE-EB53E236164C}" srcOrd="0" destOrd="1" presId="urn:microsoft.com/office/officeart/2011/layout/InterconnectedBlockProcess"/>
    <dgm:cxn modelId="{B7127A42-FE5D-4A97-B6F7-3DC4E944A398}" type="presOf" srcId="{3E624DA9-8DA0-4C0F-8839-555AC51BB410}" destId="{98225A61-A0EC-450A-BED8-EF2E47E8FD18}" srcOrd="1" destOrd="2" presId="urn:microsoft.com/office/officeart/2011/layout/InterconnectedBlockProcess"/>
    <dgm:cxn modelId="{46615244-A520-4A9F-9AC7-28319C501C0C}" type="presOf" srcId="{416D090E-C2E6-4B30-ADA7-2E1319AF039B}" destId="{98225A61-A0EC-450A-BED8-EF2E47E8FD18}" srcOrd="1" destOrd="0" presId="urn:microsoft.com/office/officeart/2011/layout/InterconnectedBlockProcess"/>
    <dgm:cxn modelId="{DB9AB66A-8128-4E06-B477-9FDB3B8FB46E}" type="presOf" srcId="{B7A1ED8F-483B-4010-9724-26083E59FEBF}" destId="{6BCCFBA6-7A43-4631-AD7F-AFB10E1E6CD7}" srcOrd="1" destOrd="2" presId="urn:microsoft.com/office/officeart/2011/layout/InterconnectedBlockProcess"/>
    <dgm:cxn modelId="{68D5CE71-2886-4E75-8603-41964D64CF94}" srcId="{A59EC69B-8F3F-425B-819F-E8C557946AEE}" destId="{96605B8B-29FE-4BAF-8A02-B844F56B00DA}" srcOrd="2" destOrd="0" parTransId="{57F3AA80-FF22-4C77-8CD0-79C07FF66176}" sibTransId="{9E579AB5-5FC7-4D0A-AFB8-5AD5B0E07BD7}"/>
    <dgm:cxn modelId="{58E76652-C24F-44B0-96A9-DDF4DA4C870A}" type="presOf" srcId="{7B3055AA-BF7C-46D0-9A9E-60087B9F57B4}" destId="{00BB3360-A9BB-4051-A4B1-1216F82F642C}" srcOrd="0" destOrd="0" presId="urn:microsoft.com/office/officeart/2011/layout/InterconnectedBlockProcess"/>
    <dgm:cxn modelId="{B12C2F53-8A38-48EE-B633-CCA9622229A2}" type="presOf" srcId="{96605B8B-29FE-4BAF-8A02-B844F56B00DA}" destId="{2532504F-5FE1-4C97-B485-F05E8885EACC}" srcOrd="0" destOrd="2" presId="urn:microsoft.com/office/officeart/2011/layout/InterconnectedBlockProcess"/>
    <dgm:cxn modelId="{AA17007A-110D-43AE-B6F2-DF2DF885F2E2}" srcId="{A59EC69B-8F3F-425B-819F-E8C557946AEE}" destId="{73DB572E-062D-41AD-8033-D361B8E583DB}" srcOrd="0" destOrd="0" parTransId="{75D01B62-D132-48B8-9D06-D0A551A21107}" sibTransId="{98BDB650-3386-4D3D-8E80-609010499291}"/>
    <dgm:cxn modelId="{55EA5F7A-8DD3-48F5-9C49-42F37D5B21F5}" srcId="{65C051F6-A849-4495-A964-CD4C650B9C06}" destId="{93FAC282-2A06-4022-B014-672DEE0B8DF2}" srcOrd="0" destOrd="0" parTransId="{76D83CF6-285A-48D8-B7D1-955FFEB5116F}" sibTransId="{A91C9039-BED2-4CC3-8DC0-8FC1E0E67846}"/>
    <dgm:cxn modelId="{147FAD5A-7BBC-49A1-A6B5-136CEC720EAE}" type="presOf" srcId="{65C051F6-A849-4495-A964-CD4C650B9C06}" destId="{2B7C98A0-60DA-4897-B5E2-5081B486904F}" srcOrd="0" destOrd="0" presId="urn:microsoft.com/office/officeart/2011/layout/InterconnectedBlockProcess"/>
    <dgm:cxn modelId="{F93EF97B-3718-4C74-B263-70EAF1F0B7ED}" type="presOf" srcId="{DD22D25B-0E06-4F5C-80E4-1BD744485501}" destId="{A134CDD1-D85F-44EF-8BEE-9F99A855C1E6}" srcOrd="0" destOrd="2" presId="urn:microsoft.com/office/officeart/2011/layout/InterconnectedBlockProcess"/>
    <dgm:cxn modelId="{C824FD7C-6232-4F6B-80D1-433A06C3AEA0}" type="presOf" srcId="{62FA8070-4844-4238-85C8-23D814FD1C00}" destId="{E9AB1205-B9BA-4AAB-B401-6EC612149C68}" srcOrd="1" destOrd="1" presId="urn:microsoft.com/office/officeart/2011/layout/InterconnectedBlockProcess"/>
    <dgm:cxn modelId="{0F10DC7D-C901-40CB-A9F2-633FE2E96F6E}" srcId="{7B3055AA-BF7C-46D0-9A9E-60087B9F57B4}" destId="{B7A1ED8F-483B-4010-9724-26083E59FEBF}" srcOrd="2" destOrd="0" parTransId="{089C5D94-4009-4504-8FD2-5111248C7734}" sibTransId="{77E8797E-D7BC-46BA-8AAA-013C5C0D673C}"/>
    <dgm:cxn modelId="{2287D37E-624B-4292-8353-661020E640BB}" srcId="{65C051F6-A849-4495-A964-CD4C650B9C06}" destId="{D9353DC7-B88A-4058-BFE3-9A95B765A4A5}" srcOrd="2" destOrd="0" parTransId="{0B948859-5BF0-4C0F-8BA6-E2FF8E621CD1}" sibTransId="{2735436E-25E4-4A66-8C88-FB17DEB9CCAE}"/>
    <dgm:cxn modelId="{5663A688-652D-4568-ABAE-C3AAF70520A2}" srcId="{65C051F6-A849-4495-A964-CD4C650B9C06}" destId="{6A927E9D-76C8-4373-8354-88E8FBA5B5FD}" srcOrd="4" destOrd="0" parTransId="{683E3B82-66D1-41A3-ACC7-1813336B4936}" sibTransId="{10BD509F-DD8E-436E-A8B6-CA9D2370C010}"/>
    <dgm:cxn modelId="{A829F688-A748-4A5E-98A7-5B321FD7788C}" srcId="{A59EC69B-8F3F-425B-819F-E8C557946AEE}" destId="{A403D956-3910-4752-9950-F3388DFF179A}" srcOrd="4" destOrd="0" parTransId="{CB22B286-AD1E-4B1D-AE76-CEC61919C575}" sibTransId="{347F74E1-84FF-42FE-88B8-A95213F805E7}"/>
    <dgm:cxn modelId="{5C3C918A-4C4A-4DEB-924A-CC330C09FB27}" type="presOf" srcId="{5E92505A-51E0-4F78-B3C5-704ACF8710DE}" destId="{2AAD338D-3122-4454-9A67-16BE024D44E3}" srcOrd="0" destOrd="0" presId="urn:microsoft.com/office/officeart/2011/layout/InterconnectedBlockProcess"/>
    <dgm:cxn modelId="{94200391-589E-4608-933C-7A993BAA1FF2}" type="presOf" srcId="{340A46C0-01E5-4615-BE8B-8B702F1FA3E0}" destId="{E9AB1205-B9BA-4AAB-B401-6EC612149C68}" srcOrd="1" destOrd="3" presId="urn:microsoft.com/office/officeart/2011/layout/InterconnectedBlockProcess"/>
    <dgm:cxn modelId="{71398B91-F05C-42C2-AD1E-16C226B29034}" type="presOf" srcId="{A403D956-3910-4752-9950-F3388DFF179A}" destId="{0D08ED52-6744-4369-B780-916B09984775}" srcOrd="1" destOrd="4" presId="urn:microsoft.com/office/officeart/2011/layout/InterconnectedBlockProcess"/>
    <dgm:cxn modelId="{1D800E93-4D4D-4F3D-BE5F-078DBB949990}" type="presOf" srcId="{A403D956-3910-4752-9950-F3388DFF179A}" destId="{2532504F-5FE1-4C97-B485-F05E8885EACC}" srcOrd="0" destOrd="4" presId="urn:microsoft.com/office/officeart/2011/layout/InterconnectedBlockProcess"/>
    <dgm:cxn modelId="{480B4293-021F-40DE-A6BD-56C150E068F1}" type="presOf" srcId="{F2F08B6E-204F-4E12-A256-7B104FC897B0}" destId="{6BCCFBA6-7A43-4631-AD7F-AFB10E1E6CD7}" srcOrd="1" destOrd="1" presId="urn:microsoft.com/office/officeart/2011/layout/InterconnectedBlockProcess"/>
    <dgm:cxn modelId="{27611794-B6EF-4593-A560-02BF7692DC5A}" srcId="{7B3055AA-BF7C-46D0-9A9E-60087B9F57B4}" destId="{9FED87C4-3F3B-4A18-9185-9F80CFEDEA2E}" srcOrd="0" destOrd="0" parTransId="{669F5586-1E47-4A85-AA72-0E435BABD665}" sibTransId="{AD0D1882-5210-4A49-9875-4AAC43595580}"/>
    <dgm:cxn modelId="{EA2A1896-6947-4CAF-A46E-09D0E2CB0282}" type="presOf" srcId="{045A5D7F-C2AB-4191-BA8F-47AA8FEC83E0}" destId="{2532504F-5FE1-4C97-B485-F05E8885EACC}" srcOrd="0" destOrd="3" presId="urn:microsoft.com/office/officeart/2011/layout/InterconnectedBlockProcess"/>
    <dgm:cxn modelId="{9BACD39A-0D4D-445F-8FD3-28C7D489C2DE}" srcId="{988D96B0-D16E-4763-B393-84178CF4FF50}" destId="{DD22D25B-0E06-4F5C-80E4-1BD744485501}" srcOrd="2" destOrd="0" parTransId="{9D488271-C6FE-4BC7-BA1C-5B11C3F717A6}" sibTransId="{CC3E38C6-31D2-446E-8B23-61A0D57A414A}"/>
    <dgm:cxn modelId="{940B4C9B-D5E4-4E48-A872-B455F86EA2F7}" type="presOf" srcId="{D471E45F-B026-44AA-9616-57E786AE80AF}" destId="{1C91D7E3-8940-4A33-9182-677DD5415901}" srcOrd="1" destOrd="0" presId="urn:microsoft.com/office/officeart/2011/layout/InterconnectedBlockProcess"/>
    <dgm:cxn modelId="{A3888C9D-856A-4FD0-BA9D-3B107AD7A0C0}" type="presOf" srcId="{F2F08B6E-204F-4E12-A256-7B104FC897B0}" destId="{06F8D57B-EDF4-4CF4-8700-DC2CA3E3028E}" srcOrd="0" destOrd="1" presId="urn:microsoft.com/office/officeart/2011/layout/InterconnectedBlockProcess"/>
    <dgm:cxn modelId="{B648229F-F2D4-4EBF-ACF4-AD3C4D08459E}" srcId="{988D96B0-D16E-4763-B393-84178CF4FF50}" destId="{48C648A3-C8FD-43F0-B698-A07DB3DCAB66}" srcOrd="1" destOrd="0" parTransId="{B830CD12-E303-42F8-BC6C-428883ECAC33}" sibTransId="{CFF5EC4E-770F-449D-9879-34CA591337F1}"/>
    <dgm:cxn modelId="{25C83D9F-B12A-43EF-8599-6589093E1A69}" type="presOf" srcId="{9FED87C4-3F3B-4A18-9185-9F80CFEDEA2E}" destId="{06F8D57B-EDF4-4CF4-8700-DC2CA3E3028E}" srcOrd="0" destOrd="0" presId="urn:microsoft.com/office/officeart/2011/layout/InterconnectedBlockProcess"/>
    <dgm:cxn modelId="{776EFAA6-29E6-4D82-9E1F-0372A981475C}" type="presOf" srcId="{D9353DC7-B88A-4058-BFE3-9A95B765A4A5}" destId="{E9AB1205-B9BA-4AAB-B401-6EC612149C68}" srcOrd="1" destOrd="2" presId="urn:microsoft.com/office/officeart/2011/layout/InterconnectedBlockProcess"/>
    <dgm:cxn modelId="{72A762AC-BD67-491C-B2D3-786AA6B8F077}" type="presOf" srcId="{416D090E-C2E6-4B30-ADA7-2E1319AF039B}" destId="{FC0F1314-3294-4A8C-8DCE-EB53E236164C}" srcOrd="0" destOrd="0" presId="urn:microsoft.com/office/officeart/2011/layout/InterconnectedBlockProcess"/>
    <dgm:cxn modelId="{6F8C10AF-260C-41A6-B340-2668033FE3BB}" srcId="{A59EC69B-8F3F-425B-819F-E8C557946AEE}" destId="{045A5D7F-C2AB-4191-BA8F-47AA8FEC83E0}" srcOrd="3" destOrd="0" parTransId="{5B2FA718-49A9-4090-A109-777F17DD0A32}" sibTransId="{2592FFED-CF28-40BA-AF9F-556275DF9250}"/>
    <dgm:cxn modelId="{4969F8B3-9874-4462-93B2-14A2DE53307C}" type="presOf" srcId="{B7A1ED8F-483B-4010-9724-26083E59FEBF}" destId="{06F8D57B-EDF4-4CF4-8700-DC2CA3E3028E}" srcOrd="0" destOrd="2" presId="urn:microsoft.com/office/officeart/2011/layout/InterconnectedBlockProcess"/>
    <dgm:cxn modelId="{AD0A74B8-550A-4F0D-9A26-ADB7CD7A34B7}" type="presOf" srcId="{988D96B0-D16E-4763-B393-84178CF4FF50}" destId="{65257024-FAC0-4522-B139-1CC85B547BE8}" srcOrd="0" destOrd="0" presId="urn:microsoft.com/office/officeart/2011/layout/InterconnectedBlockProcess"/>
    <dgm:cxn modelId="{A0D5FEB9-6C82-4475-A03C-9032BBD99133}" type="presOf" srcId="{93FAC282-2A06-4022-B014-672DEE0B8DF2}" destId="{8CAE5A4D-0C7B-48A6-917B-0B8433D0574B}" srcOrd="0" destOrd="0" presId="urn:microsoft.com/office/officeart/2011/layout/InterconnectedBlockProcess"/>
    <dgm:cxn modelId="{6C7D4BBB-EED6-4011-9FBC-87F683D5B245}" srcId="{5751524B-FB67-4894-A0C5-35151E149D68}" destId="{7B3055AA-BF7C-46D0-9A9E-60087B9F57B4}" srcOrd="1" destOrd="0" parTransId="{F772EF41-D2BB-4368-8327-B4E332165F48}" sibTransId="{B81593E2-4CAC-4783-8D2D-E9DDD236A942}"/>
    <dgm:cxn modelId="{90B750C2-8DA9-46A6-BD9C-6A781E2C1812}" type="presOf" srcId="{8C0A20F4-68FF-4205-B57A-3A5A5F0C10F6}" destId="{6BCCFBA6-7A43-4631-AD7F-AFB10E1E6CD7}" srcOrd="1" destOrd="3" presId="urn:microsoft.com/office/officeart/2011/layout/InterconnectedBlockProcess"/>
    <dgm:cxn modelId="{D1634ACD-DAE8-4D18-99D7-BC6AC3626E0D}" srcId="{5E92505A-51E0-4F78-B3C5-704ACF8710DE}" destId="{3E624DA9-8DA0-4C0F-8839-555AC51BB410}" srcOrd="2" destOrd="0" parTransId="{201C8DF5-35BB-4790-BE35-3F3B9000308E}" sibTransId="{A12DB998-4872-45E6-9E79-B2DCA4BA1250}"/>
    <dgm:cxn modelId="{51A65ACD-2695-4B81-848D-5162EBE68CD4}" type="presOf" srcId="{62FA8070-4844-4238-85C8-23D814FD1C00}" destId="{8CAE5A4D-0C7B-48A6-917B-0B8433D0574B}" srcOrd="0" destOrd="1" presId="urn:microsoft.com/office/officeart/2011/layout/InterconnectedBlockProcess"/>
    <dgm:cxn modelId="{D1BA1DD0-A52A-47BF-962D-9810C87E1576}" srcId="{5751524B-FB67-4894-A0C5-35151E149D68}" destId="{A59EC69B-8F3F-425B-819F-E8C557946AEE}" srcOrd="2" destOrd="0" parTransId="{0095C3CB-916F-4060-A8DA-DD282FB51587}" sibTransId="{2868AD8D-4E38-46CE-A972-709857BF40AC}"/>
    <dgm:cxn modelId="{69AE08D5-F62D-4CD0-B098-675EBEE86CEE}" type="presOf" srcId="{DCB4C461-15BD-42C3-B566-D7F7ABBC5938}" destId="{98225A61-A0EC-450A-BED8-EF2E47E8FD18}" srcOrd="1" destOrd="1" presId="urn:microsoft.com/office/officeart/2011/layout/InterconnectedBlockProcess"/>
    <dgm:cxn modelId="{A9E71CDB-A854-419E-88AD-622F9A393363}" type="presOf" srcId="{563E3ECE-9356-4B87-982C-8561EF942A8B}" destId="{0D08ED52-6744-4369-B780-916B09984775}" srcOrd="1" destOrd="1" presId="urn:microsoft.com/office/officeart/2011/layout/InterconnectedBlockProcess"/>
    <dgm:cxn modelId="{60132ADD-EC38-46A1-B6DE-88A85B1DF462}" type="presOf" srcId="{6A927E9D-76C8-4373-8354-88E8FBA5B5FD}" destId="{E9AB1205-B9BA-4AAB-B401-6EC612149C68}" srcOrd="1" destOrd="4" presId="urn:microsoft.com/office/officeart/2011/layout/InterconnectedBlockProcess"/>
    <dgm:cxn modelId="{B59C0FE2-3FD7-4C63-86B9-766E073492C8}" type="presOf" srcId="{96605B8B-29FE-4BAF-8A02-B844F56B00DA}" destId="{0D08ED52-6744-4369-B780-916B09984775}" srcOrd="1" destOrd="2" presId="urn:microsoft.com/office/officeart/2011/layout/InterconnectedBlockProcess"/>
    <dgm:cxn modelId="{D95A05E5-1205-4AD1-9AA3-74CA7A4B9EF2}" type="presOf" srcId="{9FED87C4-3F3B-4A18-9185-9F80CFEDEA2E}" destId="{6BCCFBA6-7A43-4631-AD7F-AFB10E1E6CD7}" srcOrd="1" destOrd="0" presId="urn:microsoft.com/office/officeart/2011/layout/InterconnectedBlockProcess"/>
    <dgm:cxn modelId="{F79B1EE6-22C2-49B1-93E9-EE54E94837FA}" srcId="{5E92505A-51E0-4F78-B3C5-704ACF8710DE}" destId="{DCB4C461-15BD-42C3-B566-D7F7ABBC5938}" srcOrd="1" destOrd="0" parTransId="{FCD70C09-4CCD-48E6-A35F-A2D7351F5178}" sibTransId="{0E2C23F1-312C-46B7-8C00-EB0FF73CD32A}"/>
    <dgm:cxn modelId="{DA8CD5E8-B2EE-41E4-8EC6-CFB41D688F68}" srcId="{5751524B-FB67-4894-A0C5-35151E149D68}" destId="{5E92505A-51E0-4F78-B3C5-704ACF8710DE}" srcOrd="3" destOrd="0" parTransId="{765B1266-7CE2-4F9C-AE38-D97DFBC1B151}" sibTransId="{5E9E6A6F-635A-4791-A107-01E95B62EA08}"/>
    <dgm:cxn modelId="{B3BEB7E9-F147-4342-95A5-E6D2D157B30E}" srcId="{A59EC69B-8F3F-425B-819F-E8C557946AEE}" destId="{563E3ECE-9356-4B87-982C-8561EF942A8B}" srcOrd="1" destOrd="0" parTransId="{9BEF4D68-DE24-449C-90FB-75F14667362D}" sibTransId="{A1DBC110-78B1-422F-AEEC-191B47D12B98}"/>
    <dgm:cxn modelId="{A10A92EB-696A-4388-A5D8-14ADD687C07D}" type="presOf" srcId="{340A46C0-01E5-4615-BE8B-8B702F1FA3E0}" destId="{8CAE5A4D-0C7B-48A6-917B-0B8433D0574B}" srcOrd="0" destOrd="3" presId="urn:microsoft.com/office/officeart/2011/layout/InterconnectedBlockProcess"/>
    <dgm:cxn modelId="{C757E4ED-CC41-4317-A484-053E1445D83A}" srcId="{7B3055AA-BF7C-46D0-9A9E-60087B9F57B4}" destId="{8C0A20F4-68FF-4205-B57A-3A5A5F0C10F6}" srcOrd="3" destOrd="0" parTransId="{195AC951-932A-449F-949D-F7EBCD70658E}" sibTransId="{3A053721-FC03-4D3E-9BB3-5429B66D4547}"/>
    <dgm:cxn modelId="{AEE28BEF-3F73-41A5-9307-D42A450FCA17}" srcId="{988D96B0-D16E-4763-B393-84178CF4FF50}" destId="{D471E45F-B026-44AA-9616-57E786AE80AF}" srcOrd="0" destOrd="0" parTransId="{326A986D-69A4-4AC0-AD9B-462FFC9C3F18}" sibTransId="{304E70AD-39C7-4C28-BF7B-6EE91BAE97B7}"/>
    <dgm:cxn modelId="{B7F11AF2-20C9-4434-A087-429F55FA4583}" srcId="{7B3055AA-BF7C-46D0-9A9E-60087B9F57B4}" destId="{F2F08B6E-204F-4E12-A256-7B104FC897B0}" srcOrd="1" destOrd="0" parTransId="{B751F263-A573-4E8D-BAA8-708BAAC2CC19}" sibTransId="{BC1A7BF1-57C9-4192-AA2D-4640BF4C54BA}"/>
    <dgm:cxn modelId="{1E901BF6-2660-410C-ACB9-E4539F99D8C7}" srcId="{65C051F6-A849-4495-A964-CD4C650B9C06}" destId="{340A46C0-01E5-4615-BE8B-8B702F1FA3E0}" srcOrd="3" destOrd="0" parTransId="{C6F82995-9B83-4399-95B7-2ED602B2842C}" sibTransId="{B436BB07-A63C-4998-93FE-3B4DD19FE7BC}"/>
    <dgm:cxn modelId="{8CB593F6-6C5D-4606-B959-3E27F9872EC1}" srcId="{5751524B-FB67-4894-A0C5-35151E149D68}" destId="{988D96B0-D16E-4763-B393-84178CF4FF50}" srcOrd="0" destOrd="0" parTransId="{080A6B9D-C27D-4227-AC65-3C97878D78C4}" sibTransId="{19B27CEC-4BAD-44A7-A9A7-B7A8B23ADCFD}"/>
    <dgm:cxn modelId="{FBA205F8-2882-4560-9366-A208E2878B4D}" type="presOf" srcId="{8C0A20F4-68FF-4205-B57A-3A5A5F0C10F6}" destId="{06F8D57B-EDF4-4CF4-8700-DC2CA3E3028E}" srcOrd="0" destOrd="3" presId="urn:microsoft.com/office/officeart/2011/layout/InterconnectedBlockProcess"/>
    <dgm:cxn modelId="{AF1447F8-096A-45A3-8619-7AF4A1826485}" type="presOf" srcId="{D9353DC7-B88A-4058-BFE3-9A95B765A4A5}" destId="{8CAE5A4D-0C7B-48A6-917B-0B8433D0574B}" srcOrd="0" destOrd="2" presId="urn:microsoft.com/office/officeart/2011/layout/InterconnectedBlockProcess"/>
    <dgm:cxn modelId="{0A3786C0-AA73-47C4-807A-4258DADDF21C}" type="presParOf" srcId="{A6BCDA7B-D633-438F-B44D-CB4D60E5C492}" destId="{4B03E4CC-F9FB-446F-814A-68422A5B6775}" srcOrd="0" destOrd="0" presId="urn:microsoft.com/office/officeart/2011/layout/InterconnectedBlockProcess"/>
    <dgm:cxn modelId="{6A75D641-1564-46DA-92C8-101D3071933D}" type="presParOf" srcId="{4B03E4CC-F9FB-446F-814A-68422A5B6775}" destId="{8CAE5A4D-0C7B-48A6-917B-0B8433D0574B}" srcOrd="0" destOrd="0" presId="urn:microsoft.com/office/officeart/2011/layout/InterconnectedBlockProcess"/>
    <dgm:cxn modelId="{EF3DCEC3-527C-48CE-8F4C-BD875281AC4A}" type="presParOf" srcId="{A6BCDA7B-D633-438F-B44D-CB4D60E5C492}" destId="{E9AB1205-B9BA-4AAB-B401-6EC612149C68}" srcOrd="1" destOrd="0" presId="urn:microsoft.com/office/officeart/2011/layout/InterconnectedBlockProcess"/>
    <dgm:cxn modelId="{DB8712EA-BD93-4713-8AA8-27A954D570D6}" type="presParOf" srcId="{A6BCDA7B-D633-438F-B44D-CB4D60E5C492}" destId="{2B7C98A0-60DA-4897-B5E2-5081B486904F}" srcOrd="2" destOrd="0" presId="urn:microsoft.com/office/officeart/2011/layout/InterconnectedBlockProcess"/>
    <dgm:cxn modelId="{EF68827D-5F4A-488B-9569-C6B84C6E22B2}" type="presParOf" srcId="{A6BCDA7B-D633-438F-B44D-CB4D60E5C492}" destId="{EA3B7F60-AEEC-41A8-8A2C-D3679EFCD073}" srcOrd="3" destOrd="0" presId="urn:microsoft.com/office/officeart/2011/layout/InterconnectedBlockProcess"/>
    <dgm:cxn modelId="{AA6818F2-EB06-4F0B-AB64-08A61B86B1F5}" type="presParOf" srcId="{EA3B7F60-AEEC-41A8-8A2C-D3679EFCD073}" destId="{FC0F1314-3294-4A8C-8DCE-EB53E236164C}" srcOrd="0" destOrd="0" presId="urn:microsoft.com/office/officeart/2011/layout/InterconnectedBlockProcess"/>
    <dgm:cxn modelId="{515B5789-A9FD-48CC-AEC5-3887D1DCB166}" type="presParOf" srcId="{A6BCDA7B-D633-438F-B44D-CB4D60E5C492}" destId="{98225A61-A0EC-450A-BED8-EF2E47E8FD18}" srcOrd="4" destOrd="0" presId="urn:microsoft.com/office/officeart/2011/layout/InterconnectedBlockProcess"/>
    <dgm:cxn modelId="{EC041B1B-950E-47B0-AC02-75FE785BC810}" type="presParOf" srcId="{A6BCDA7B-D633-438F-B44D-CB4D60E5C492}" destId="{2AAD338D-3122-4454-9A67-16BE024D44E3}" srcOrd="5" destOrd="0" presId="urn:microsoft.com/office/officeart/2011/layout/InterconnectedBlockProcess"/>
    <dgm:cxn modelId="{3432AE63-9FD1-4BC7-9DEF-3B96DC1D18B6}" type="presParOf" srcId="{A6BCDA7B-D633-438F-B44D-CB4D60E5C492}" destId="{96AFCF47-32CA-4C44-9E3C-782007B7112E}" srcOrd="6" destOrd="0" presId="urn:microsoft.com/office/officeart/2011/layout/InterconnectedBlockProcess"/>
    <dgm:cxn modelId="{923E99A6-341B-451C-8867-E92FC25AC53B}" type="presParOf" srcId="{96AFCF47-32CA-4C44-9E3C-782007B7112E}" destId="{2532504F-5FE1-4C97-B485-F05E8885EACC}" srcOrd="0" destOrd="0" presId="urn:microsoft.com/office/officeart/2011/layout/InterconnectedBlockProcess"/>
    <dgm:cxn modelId="{D722F7D5-C052-4884-8CB8-8D1A48BD812B}" type="presParOf" srcId="{A6BCDA7B-D633-438F-B44D-CB4D60E5C492}" destId="{0D08ED52-6744-4369-B780-916B09984775}" srcOrd="7" destOrd="0" presId="urn:microsoft.com/office/officeart/2011/layout/InterconnectedBlockProcess"/>
    <dgm:cxn modelId="{3AD2F176-129A-4447-ADA9-E3E89DF9D891}" type="presParOf" srcId="{A6BCDA7B-D633-438F-B44D-CB4D60E5C492}" destId="{4C66D42D-7E6D-4563-AFDC-369C30B73F70}" srcOrd="8" destOrd="0" presId="urn:microsoft.com/office/officeart/2011/layout/InterconnectedBlockProcess"/>
    <dgm:cxn modelId="{D208DA9D-BE25-4BF1-B0BD-F2F14E865E97}" type="presParOf" srcId="{A6BCDA7B-D633-438F-B44D-CB4D60E5C492}" destId="{C1269CE6-C767-48CC-AAFD-A238D1FFDABA}" srcOrd="9" destOrd="0" presId="urn:microsoft.com/office/officeart/2011/layout/InterconnectedBlockProcess"/>
    <dgm:cxn modelId="{2AC68A3D-1C33-40F1-A5CE-D5AFE03E40CC}" type="presParOf" srcId="{C1269CE6-C767-48CC-AAFD-A238D1FFDABA}" destId="{06F8D57B-EDF4-4CF4-8700-DC2CA3E3028E}" srcOrd="0" destOrd="0" presId="urn:microsoft.com/office/officeart/2011/layout/InterconnectedBlockProcess"/>
    <dgm:cxn modelId="{1AC84B5C-9F91-4220-9E7F-5BE6D44EABB4}" type="presParOf" srcId="{A6BCDA7B-D633-438F-B44D-CB4D60E5C492}" destId="{6BCCFBA6-7A43-4631-AD7F-AFB10E1E6CD7}" srcOrd="10" destOrd="0" presId="urn:microsoft.com/office/officeart/2011/layout/InterconnectedBlockProcess"/>
    <dgm:cxn modelId="{4D501E81-798D-4E10-9739-3749808FDBE7}" type="presParOf" srcId="{A6BCDA7B-D633-438F-B44D-CB4D60E5C492}" destId="{00BB3360-A9BB-4051-A4B1-1216F82F642C}" srcOrd="11" destOrd="0" presId="urn:microsoft.com/office/officeart/2011/layout/InterconnectedBlockProcess"/>
    <dgm:cxn modelId="{61C4626E-22F6-45E2-856C-8C7D72EEE8E3}" type="presParOf" srcId="{A6BCDA7B-D633-438F-B44D-CB4D60E5C492}" destId="{7305DF14-0FF5-45E4-8B19-015814092DBD}" srcOrd="12" destOrd="0" presId="urn:microsoft.com/office/officeart/2011/layout/InterconnectedBlockProcess"/>
    <dgm:cxn modelId="{40E047E4-8B96-4BE3-A685-38A19A4860FE}" type="presParOf" srcId="{7305DF14-0FF5-45E4-8B19-015814092DBD}" destId="{A134CDD1-D85F-44EF-8BEE-9F99A855C1E6}" srcOrd="0" destOrd="0" presId="urn:microsoft.com/office/officeart/2011/layout/InterconnectedBlockProcess"/>
    <dgm:cxn modelId="{7D071F6A-A4AA-4BFF-AC77-DA71956DD8F9}" type="presParOf" srcId="{A6BCDA7B-D633-438F-B44D-CB4D60E5C492}" destId="{1C91D7E3-8940-4A33-9182-677DD5415901}" srcOrd="13" destOrd="0" presId="urn:microsoft.com/office/officeart/2011/layout/InterconnectedBlockProcess"/>
    <dgm:cxn modelId="{189850BB-B69B-4D35-82C0-6BC106290228}" type="presParOf" srcId="{A6BCDA7B-D633-438F-B44D-CB4D60E5C492}" destId="{65257024-FAC0-4522-B139-1CC85B547BE8}" srcOrd="14" destOrd="0" presId="urn:microsoft.com/office/officeart/2011/layout/InterconnectedBlock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AE5A4D-0C7B-48A6-917B-0B8433D0574B}">
      <dsp:nvSpPr>
        <dsp:cNvPr id="0" name=""/>
        <dsp:cNvSpPr/>
      </dsp:nvSpPr>
      <dsp:spPr>
        <a:xfrm>
          <a:off x="7173684" y="811639"/>
          <a:ext cx="1278320" cy="3246556"/>
        </a:xfrm>
        <a:prstGeom prst="wedgeRectCallout">
          <a:avLst>
            <a:gd name="adj1" fmla="val 0"/>
            <a:gd name="adj2" fmla="val 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925" tIns="34925" rIns="34925" bIns="34925" numCol="1" spcCol="1270" anchor="t" anchorCtr="0">
          <a:noAutofit/>
        </a:bodyPr>
        <a:lstStyle/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latin typeface="Times New Roman" pitchFamily="18" charset="0"/>
              <a:cs typeface="Times New Roman" pitchFamily="18" charset="0"/>
            </a:rPr>
            <a:t>Complete system deployment</a:t>
          </a:r>
        </a:p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latin typeface="Times New Roman" pitchFamily="18" charset="0"/>
              <a:cs typeface="Times New Roman" pitchFamily="18" charset="0"/>
            </a:rPr>
            <a:t>Final testing and validation</a:t>
          </a:r>
          <a:endParaRPr lang="en-US" sz="1100" kern="1200" dirty="0">
            <a:latin typeface="Times New Roman" pitchFamily="18" charset="0"/>
            <a:cs typeface="Times New Roman" pitchFamily="18" charset="0"/>
          </a:endParaRPr>
        </a:p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latin typeface="Times New Roman" pitchFamily="18" charset="0"/>
              <a:cs typeface="Times New Roman" pitchFamily="18" charset="0"/>
            </a:rPr>
            <a:t>Project demonstration</a:t>
          </a:r>
          <a:endParaRPr lang="en-US" sz="1100" kern="1200" dirty="0">
            <a:latin typeface="Times New Roman" pitchFamily="18" charset="0"/>
            <a:cs typeface="Times New Roman" pitchFamily="18" charset="0"/>
          </a:endParaRPr>
        </a:p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latin typeface="Times New Roman" pitchFamily="18" charset="0"/>
              <a:cs typeface="Times New Roman" pitchFamily="18" charset="0"/>
            </a:rPr>
            <a:t>Final report submission</a:t>
          </a:r>
          <a:endParaRPr lang="en-US" sz="1100" kern="1200" dirty="0">
            <a:latin typeface="Times New Roman" pitchFamily="18" charset="0"/>
            <a:cs typeface="Times New Roman" pitchFamily="18" charset="0"/>
          </a:endParaRPr>
        </a:p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latin typeface="Times New Roman" pitchFamily="18" charset="0"/>
              <a:cs typeface="Times New Roman" pitchFamily="18" charset="0"/>
            </a:rPr>
            <a:t>Internship completion</a:t>
          </a:r>
          <a:endParaRPr lang="en-IN" sz="1100" kern="1200" dirty="0"/>
        </a:p>
      </dsp:txBody>
      <dsp:txXfrm>
        <a:off x="7335949" y="811639"/>
        <a:ext cx="1116055" cy="3246556"/>
      </dsp:txXfrm>
    </dsp:sp>
    <dsp:sp modelId="{2B7C98A0-60DA-4897-B5E2-5081B486904F}">
      <dsp:nvSpPr>
        <dsp:cNvPr id="0" name=""/>
        <dsp:cNvSpPr/>
      </dsp:nvSpPr>
      <dsp:spPr>
        <a:xfrm>
          <a:off x="7173684" y="0"/>
          <a:ext cx="1278320" cy="81163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sp:txBody>
      <dsp:txXfrm>
        <a:off x="7173684" y="0"/>
        <a:ext cx="1278320" cy="811639"/>
      </dsp:txXfrm>
    </dsp:sp>
    <dsp:sp modelId="{FC0F1314-3294-4A8C-8DCE-EB53E236164C}">
      <dsp:nvSpPr>
        <dsp:cNvPr id="0" name=""/>
        <dsp:cNvSpPr/>
      </dsp:nvSpPr>
      <dsp:spPr>
        <a:xfrm>
          <a:off x="5898557" y="811639"/>
          <a:ext cx="1278320" cy="304364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3179766"/>
            <a:satOff val="8519"/>
            <a:lumOff val="309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925" tIns="34925" rIns="34925" bIns="34925" numCol="1" spcCol="1270" anchor="t" anchorCtr="0">
          <a:noAutofit/>
        </a:bodyPr>
        <a:lstStyle/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Integrating frontend with backend</a:t>
          </a:r>
          <a:endParaRPr lang="en-US" sz="11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Implementing live camera recognition</a:t>
          </a:r>
          <a:endParaRPr lang="en-US" sz="1100" kern="1200" dirty="0"/>
        </a:p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Testing face detection and attendance marking</a:t>
          </a:r>
          <a:endParaRPr lang="en-US" sz="1100" kern="1200" dirty="0"/>
        </a:p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Improving accuracy and performance</a:t>
          </a:r>
          <a:endParaRPr lang="en-IN" sz="1100" kern="1200"/>
        </a:p>
      </dsp:txBody>
      <dsp:txXfrm>
        <a:off x="6060823" y="811639"/>
        <a:ext cx="1116055" cy="3043646"/>
      </dsp:txXfrm>
    </dsp:sp>
    <dsp:sp modelId="{2AAD338D-3122-4454-9A67-16BE024D44E3}">
      <dsp:nvSpPr>
        <dsp:cNvPr id="0" name=""/>
        <dsp:cNvSpPr/>
      </dsp:nvSpPr>
      <dsp:spPr>
        <a:xfrm>
          <a:off x="5898557" y="101454"/>
          <a:ext cx="1278320" cy="71018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</a:p>
      </dsp:txBody>
      <dsp:txXfrm>
        <a:off x="5898557" y="101454"/>
        <a:ext cx="1278320" cy="710184"/>
      </dsp:txXfrm>
    </dsp:sp>
    <dsp:sp modelId="{2532504F-5FE1-4C97-B485-F05E8885EACC}">
      <dsp:nvSpPr>
        <dsp:cNvPr id="0" name=""/>
        <dsp:cNvSpPr/>
      </dsp:nvSpPr>
      <dsp:spPr>
        <a:xfrm>
          <a:off x="4620236" y="811639"/>
          <a:ext cx="1278320" cy="284073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6359532"/>
            <a:satOff val="17037"/>
            <a:lumOff val="618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925" tIns="34925" rIns="34925" bIns="34925" numCol="1" spcCol="1270" anchor="t" anchorCtr="0">
          <a:noAutofit/>
        </a:bodyPr>
        <a:lstStyle/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latin typeface="Times New Roman" pitchFamily="18" charset="0"/>
              <a:cs typeface="Times New Roman" pitchFamily="18" charset="0"/>
            </a:rPr>
            <a:t>Designing system architecture</a:t>
          </a:r>
        </a:p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latin typeface="Times New Roman" pitchFamily="18" charset="0"/>
              <a:cs typeface="Times New Roman" pitchFamily="18" charset="0"/>
            </a:rPr>
            <a:t>Developing backend using Flask</a:t>
          </a:r>
          <a:endParaRPr lang="en-US" sz="1100" kern="1200" dirty="0">
            <a:latin typeface="Times New Roman" pitchFamily="18" charset="0"/>
            <a:cs typeface="Times New Roman" pitchFamily="18" charset="0"/>
          </a:endParaRPr>
        </a:p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latin typeface="Times New Roman" pitchFamily="18" charset="0"/>
              <a:cs typeface="Times New Roman" pitchFamily="18" charset="0"/>
            </a:rPr>
            <a:t>Creating frontend using React</a:t>
          </a:r>
          <a:endParaRPr lang="en-US" sz="1100" kern="1200" dirty="0">
            <a:latin typeface="Times New Roman" pitchFamily="18" charset="0"/>
            <a:cs typeface="Times New Roman" pitchFamily="18" charset="0"/>
          </a:endParaRPr>
        </a:p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latin typeface="Times New Roman" pitchFamily="18" charset="0"/>
              <a:cs typeface="Times New Roman" pitchFamily="18" charset="0"/>
            </a:rPr>
            <a:t>Dataset collection and face encoding</a:t>
          </a:r>
          <a:endParaRPr lang="en-US" sz="1100" kern="1200" dirty="0">
            <a:latin typeface="Times New Roman" pitchFamily="18" charset="0"/>
            <a:cs typeface="Times New Roman" pitchFamily="18" charset="0"/>
          </a:endParaRPr>
        </a:p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latin typeface="Times New Roman" pitchFamily="18" charset="0"/>
              <a:cs typeface="Times New Roman" pitchFamily="18" charset="0"/>
            </a:rPr>
            <a:t>Git Hub repository setup</a:t>
          </a:r>
        </a:p>
      </dsp:txBody>
      <dsp:txXfrm>
        <a:off x="4782502" y="811639"/>
        <a:ext cx="1116055" cy="2840736"/>
      </dsp:txXfrm>
    </dsp:sp>
    <dsp:sp modelId="{4C66D42D-7E6D-4563-AFDC-369C30B73F70}">
      <dsp:nvSpPr>
        <dsp:cNvPr id="0" name=""/>
        <dsp:cNvSpPr/>
      </dsp:nvSpPr>
      <dsp:spPr>
        <a:xfrm>
          <a:off x="4620236" y="206156"/>
          <a:ext cx="1278320" cy="60872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sp:txBody>
      <dsp:txXfrm>
        <a:off x="4620236" y="206156"/>
        <a:ext cx="1278320" cy="608729"/>
      </dsp:txXfrm>
    </dsp:sp>
    <dsp:sp modelId="{06F8D57B-EDF4-4CF4-8700-DC2CA3E3028E}">
      <dsp:nvSpPr>
        <dsp:cNvPr id="0" name=""/>
        <dsp:cNvSpPr/>
      </dsp:nvSpPr>
      <dsp:spPr>
        <a:xfrm>
          <a:off x="3341915" y="811639"/>
          <a:ext cx="1278320" cy="263782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9539299"/>
            <a:satOff val="25556"/>
            <a:lumOff val="92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925" tIns="34925" rIns="34925" bIns="34925" numCol="1" spcCol="1270" anchor="t" anchorCtr="0">
          <a:noAutofit/>
        </a:bodyPr>
        <a:lstStyle/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latin typeface="Times New Roman" pitchFamily="18" charset="0"/>
              <a:cs typeface="Times New Roman" pitchFamily="18" charset="0"/>
            </a:rPr>
            <a:t>Understanding project requirements</a:t>
          </a:r>
        </a:p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latin typeface="Times New Roman" pitchFamily="18" charset="0"/>
              <a:cs typeface="Times New Roman" pitchFamily="18" charset="0"/>
            </a:rPr>
            <a:t>Learning basics of Face Recognition and AI</a:t>
          </a:r>
          <a:endParaRPr lang="en-US" sz="1100" kern="1200" dirty="0">
            <a:latin typeface="Times New Roman" pitchFamily="18" charset="0"/>
            <a:cs typeface="Times New Roman" pitchFamily="18" charset="0"/>
          </a:endParaRPr>
        </a:p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latin typeface="Times New Roman" pitchFamily="18" charset="0"/>
              <a:cs typeface="Times New Roman" pitchFamily="18" charset="0"/>
            </a:rPr>
            <a:t>Studying Python, OpenCV, and Machine Learning concepts</a:t>
          </a:r>
          <a:endParaRPr lang="en-US" sz="1100" kern="1200" dirty="0">
            <a:latin typeface="Times New Roman" pitchFamily="18" charset="0"/>
            <a:cs typeface="Times New Roman" pitchFamily="18" charset="0"/>
          </a:endParaRPr>
        </a:p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latin typeface="Times New Roman" pitchFamily="18" charset="0"/>
              <a:cs typeface="Times New Roman" pitchFamily="18" charset="0"/>
            </a:rPr>
            <a:t>Literature survey and problem identification</a:t>
          </a:r>
        </a:p>
      </dsp:txBody>
      <dsp:txXfrm>
        <a:off x="3504181" y="811639"/>
        <a:ext cx="1116055" cy="2637826"/>
      </dsp:txXfrm>
    </dsp:sp>
    <dsp:sp modelId="{00BB3360-A9BB-4051-A4B1-1216F82F642C}">
      <dsp:nvSpPr>
        <dsp:cNvPr id="0" name=""/>
        <dsp:cNvSpPr/>
      </dsp:nvSpPr>
      <dsp:spPr>
        <a:xfrm>
          <a:off x="3341915" y="304364"/>
          <a:ext cx="1278320" cy="50727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sp:txBody>
      <dsp:txXfrm>
        <a:off x="3341915" y="304364"/>
        <a:ext cx="1278320" cy="507274"/>
      </dsp:txXfrm>
    </dsp:sp>
    <dsp:sp modelId="{A134CDD1-D85F-44EF-8BEE-9F99A855C1E6}">
      <dsp:nvSpPr>
        <dsp:cNvPr id="0" name=""/>
        <dsp:cNvSpPr/>
      </dsp:nvSpPr>
      <dsp:spPr>
        <a:xfrm>
          <a:off x="2063594" y="811639"/>
          <a:ext cx="1278320" cy="2434917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12719064"/>
            <a:satOff val="34075"/>
            <a:lumOff val="123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925" tIns="34925" rIns="34925" bIns="34925" numCol="1" spcCol="1270" anchor="t" anchorCtr="0">
          <a:noAutofit/>
        </a:bodyPr>
        <a:lstStyle/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latin typeface="Times New Roman" pitchFamily="18" charset="0"/>
              <a:cs typeface="Times New Roman" pitchFamily="18" charset="0"/>
            </a:rPr>
            <a:t>Understanding project requirements</a:t>
          </a:r>
        </a:p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latin typeface="Times New Roman" pitchFamily="18" charset="0"/>
              <a:cs typeface="Times New Roman" pitchFamily="18" charset="0"/>
            </a:rPr>
            <a:t>Learning basics of Face Recognition and AI</a:t>
          </a:r>
          <a:endParaRPr lang="en-US" sz="1100" kern="1200" dirty="0">
            <a:latin typeface="Times New Roman" pitchFamily="18" charset="0"/>
            <a:cs typeface="Times New Roman" pitchFamily="18" charset="0"/>
          </a:endParaRPr>
        </a:p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latin typeface="Times New Roman" pitchFamily="18" charset="0"/>
              <a:cs typeface="Times New Roman" pitchFamily="18" charset="0"/>
            </a:rPr>
            <a:t>Studying Python, OpenCV, and Machine Learning concepts</a:t>
          </a:r>
          <a:endParaRPr lang="en-US" sz="1100" kern="1200" dirty="0">
            <a:latin typeface="Times New Roman" pitchFamily="18" charset="0"/>
            <a:cs typeface="Times New Roman" pitchFamily="18" charset="0"/>
          </a:endParaRPr>
        </a:p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latin typeface="Times New Roman" pitchFamily="18" charset="0"/>
              <a:cs typeface="Times New Roman" pitchFamily="18" charset="0"/>
            </a:rPr>
            <a:t>Literature survey and problem identification</a:t>
          </a:r>
          <a:endParaRPr lang="en-IN" sz="1100" kern="1200" dirty="0"/>
        </a:p>
      </dsp:txBody>
      <dsp:txXfrm>
        <a:off x="2225860" y="811639"/>
        <a:ext cx="1116055" cy="2434917"/>
      </dsp:txXfrm>
    </dsp:sp>
    <dsp:sp modelId="{65257024-FAC0-4522-B139-1CC85B547BE8}">
      <dsp:nvSpPr>
        <dsp:cNvPr id="0" name=""/>
        <dsp:cNvSpPr/>
      </dsp:nvSpPr>
      <dsp:spPr>
        <a:xfrm>
          <a:off x="2063594" y="405819"/>
          <a:ext cx="1278320" cy="405819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sp:txBody>
      <dsp:txXfrm>
        <a:off x="2063594" y="405819"/>
        <a:ext cx="1278320" cy="4058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InterconnectedBlockProcess">
  <dgm:title val="Interconnected Block Process"/>
  <dgm:desc val="Use to show sequential steps in a process. Works best with small amounts of Level 1 text and medium amounts of Level 2 text."/>
  <dgm:catLst>
    <dgm:cat type="process" pri="5500"/>
    <dgm:cat type="officeonline" pri="3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  <dgm:pt modelId="40">
          <dgm:prSet phldr="1"/>
        </dgm:pt>
        <dgm:pt modelId="4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  <dgm:cxn modelId="70" srcId="0" destId="40" srcOrd="2" destOrd="0"/>
        <dgm:cxn modelId="42" srcId="40" destId="41" srcOrd="0" destOrd="0"/>
      </dgm:cxnLst>
      <dgm:bg/>
      <dgm:whole/>
    </dgm:dataModel>
  </dgm:clrData>
  <dgm:layoutNode name="Name0">
    <dgm:varLst>
      <dgm:chMax val="7"/>
      <dgm:chPref val="5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.127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5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Accent1" refType="w" fact="0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Child1" refType="w" fact="0.063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Parent1" refType="w" fact="0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.5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Child2" refType="w" fact="0.5635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Parent2" refType="w" fact="0.5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6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Accent1" refType="w" fact="0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Child1" refType="w" fact="0.0423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Parent1" refType="w" fact="0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Child2" refType="w" fact="0.3756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.6667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Child3" refType="w" fact="0.709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Parent3" refType="w" fact="0.6667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7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Accent1" refType="w" fact="0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Child1" refType="w" fact="0.0317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Parent1" refType="w" fact="0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2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Child2" refType="w" fact="0.2817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Parent2" refType="w" fact="0.2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Child3" refType="w" fact="0.5317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Parent3" refType="w" fact="0.5"/>
              <dgm:constr type="t" for="ch" forName="Parent3" refType="h" fact="0.0275"/>
              <dgm:constr type="w" for="ch" forName="Parent3" refType="w" fact="0.25"/>
              <dgm:constr type="h" for="ch" forName="Parent3" refType="h" fact="0.1622"/>
              <dgm:constr type="l" for="ch" forName="ChildAccent4" refType="w" fact="0.75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Child4" refType="w" fact="0.7817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Parent4" refType="w" fact="0.75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8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Accent1" refType="w" fact="0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Child1" refType="w" fact="0.0254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Parent1" refType="w" fact="0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2001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Child2" refType="w" fact="0.2255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Parent2" refType="w" fact="0.2001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Child3" refType="w" fact="0.4256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6003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Child4" refType="w" fact="0.6257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Parent4" refType="w" fact="0.6003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.7999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Child5" refType="w" fact="0.8253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Parent5" refType="w" fact="0.7999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9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Accent1" refType="w" fact="0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Child1" refType="w" fact="0.0212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Parent1" refType="w" fact="0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167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Child2" refType="w" fact="0.1888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Parent2" refType="w" fact="0.167"/>
              <dgm:constr type="t" for="ch" forName="Parent2" refType="h" fact="0.0923"/>
              <dgm:constr type="w" for="ch" forName="Parent2" refType="w" fact="0.167"/>
              <dgm:constr type="h" for="ch" forName="Parent2" refType="h" fact="0.1164"/>
              <dgm:constr type="l" for="ch" forName="ChildAccent3" refType="w" fact="0.333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Child3" refType="w" fact="0.3551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Parent3" refType="w" fact="0.3339"/>
              <dgm:constr type="t" for="ch" forName="Parent3" refType="h" fact="0.0698"/>
              <dgm:constr type="w" for="ch" forName="Parent3" refType="w" fact="0.167"/>
              <dgm:constr type="h" for="ch" forName="Parent3" refType="h" fact="0.1396"/>
              <dgm:constr type="l" for="ch" forName="ChildAccent4" refType="w" fact="0.500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Child4" refType="w" fact="0.5221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Parent4" refType="w" fact="0.501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6674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Child5" refType="w" fact="0.6886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Parent5" refType="w" fact="0.668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.833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Child6" refType="w" fact="0.8542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Parent6" refType="w" fact="0.835"/>
              <dgm:constr type="t" for="ch" forName="Parent6" refType="h" fact="0"/>
              <dgm:constr type="w" for="ch" forName="Parent6" refType="w" fact="0.165"/>
              <dgm:constr type="h" for="ch" forName="Parent6" refType="h" fact="0.2095"/>
            </dgm:constrLst>
          </dgm:if>
          <dgm:else name="Name10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Accent1" refType="w" fact="0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Child1" refType="w" fact="0.0182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Parent1" refType="w" fact="0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1432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Child2" refType="w" fact="0.1614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Parent2" refType="w" fact="0.1432"/>
              <dgm:constr type="t" for="ch" forName="Parent2" refType="h" fact="0.108"/>
              <dgm:constr type="w" for="ch" forName="Parent2" refType="w" fact="0.1432"/>
              <dgm:constr type="h" for="ch" forName="Parent2" refType="h" fact="0.1088"/>
              <dgm:constr type="l" for="ch" forName="ChildAccent3" refType="w" fact="0.2865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Child3" refType="w" fact="0.3047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Parent3" refType="w" fact="0.2865"/>
              <dgm:constr type="t" for="ch" forName="Parent3" refType="h" fact="0.087"/>
              <dgm:constr type="w" for="ch" forName="Parent3" refType="w" fact="0.143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Child4" refType="w" fact="0.4479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5726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Child5" refType="w" fact="0.5908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Parent5" refType="w" fact="0.5726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7147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Child6" refType="w" fact="0.7329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Parent6" refType="w" fact="0.716"/>
              <dgm:constr type="t" for="ch" forName="Parent6" refType="h" fact="0.0217"/>
              <dgm:constr type="w" for="ch" forName="Parent6" refType="w" fact="0.1424"/>
              <dgm:constr type="h" for="ch" forName="Parent6" refType="h" fact="0.1958"/>
              <dgm:constr type="l" for="ch" forName="ChildAccent7" refType="w" fact="0.8568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Child7" refType="w" fact="0.875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Parent7" refType="w" fact="0.8577"/>
              <dgm:constr type="t" for="ch" forName="Parent7" refType="h" fact="0"/>
              <dgm:constr type="w" for="ch" forName="Parent7" refType="w" fact="0.1423"/>
              <dgm:constr type="h" for="ch" forName="Parent7" refType="h" fact="0.2175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14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2" refType="w" fact="0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Child1" refType="w" fact="0.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ChildAccent1" refType="w" fact="0.5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Parent1" refType="w" fact="0.5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Parent2" refType="w" fact="0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15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3" refType="w" fact="0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Child2" refType="w" fact="0.3333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Child1" refType="w" fact="0.6667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ChildAccent1" refType="w" fact="0.6667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Parent1" refType="w" fact="0.6667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Parent3" refType="w" fact="0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16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4" refType="w" fact="0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Child3" refType="w" fact="0.25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Child2" refType="w" fact="0.5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Child1" refType="w" fact="0.75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ChildAccent1" refType="w" fact="0.75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Parent1" refType="w" fact="0.75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Parent2" refType="w" fact="0.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2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Parent3" refType="w" fact="0.25"/>
              <dgm:constr type="t" for="ch" forName="Parent3" refType="h" fact="0.0279"/>
              <dgm:constr type="w" for="ch" forName="Parent3" refType="w" fact="0.25"/>
              <dgm:constr type="h" for="ch" forName="Parent3" refType="h" fact="0.161"/>
              <dgm:constr type="l" for="ch" forName="ChildAccent4" refType="w" fact="0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Parent4" refType="w" fact="0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17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5" refType="w" fact="0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Child4" refType="w" fact="0.2001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Child3" refType="w" fact="0.4002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Child2" refType="w" fact="0.6003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Child1" refType="w" fact="0.7999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ChildAccent1" refType="w" fact="0.7999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Parent1" refType="w" fact="0.7999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6003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Parent2" refType="w" fact="0.6003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2001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Parent4" refType="w" fact="0.2001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Parent5" refType="w" fact="0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18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6" refType="w" fact="0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Child5" refType="w" fact="0.167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Child4" refType="w" fact="0.3339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Child3" refType="w" fact="0.5009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Child2" refType="w" fact="0.6674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Child1" refType="w" fact="0.833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ChildAccent1" refType="w" fact="0.833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Parent1" refType="w" fact="0.833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6674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Parent2" refType="w" fact="0.6674"/>
              <dgm:constr type="t" for="ch" forName="Parent2" refType="h" fact="0.0923"/>
              <dgm:constr type="w" for="ch" forName="Parent2" refType="w" fact="0.165"/>
              <dgm:constr type="h" for="ch" forName="Parent2" refType="h" fact="0.1164"/>
              <dgm:constr type="l" for="ch" forName="ChildAccent3" refType="w" fact="0.500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Parent3" refType="w" fact="0.5009"/>
              <dgm:constr type="t" for="ch" forName="Parent3" refType="h" fact="0.0698"/>
              <dgm:constr type="w" for="ch" forName="Parent3" refType="w" fact="0.166"/>
              <dgm:constr type="h" for="ch" forName="Parent3" refType="h" fact="0.1396"/>
              <dgm:constr type="l" for="ch" forName="ChildAccent4" refType="w" fact="0.333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Parent4" refType="w" fact="0.3339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167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Parent5" refType="w" fact="0.167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Parent6" refType="w" fact="0"/>
              <dgm:constr type="t" for="ch" forName="Parent6" refType="h" fact="0"/>
              <dgm:constr type="w" for="ch" forName="Parent6" refType="w" fact="0.167"/>
              <dgm:constr type="h" for="ch" forName="Parent6" refType="h" fact="0.2095"/>
            </dgm:constrLst>
          </dgm:if>
          <dgm:else name="Name19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7" refType="w" fact="0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Child6" refType="w" fact="0.1432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Child5" refType="w" fact="0.2865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Child4" refType="w" fact="0.4297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Child3" refType="w" fact="0.5726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Child2" refType="w" fact="0.7147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Child1" refType="w" fact="0.8568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ChildAccent1" refType="w" fact="0.8568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Parent1" refType="w" fact="0.8568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7147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Parent2" refType="w" fact="0.7147"/>
              <dgm:constr type="t" for="ch" forName="Parent2" refType="h" fact="0.108"/>
              <dgm:constr type="w" for="ch" forName="Parent2" refType="w" fact="0.1425"/>
              <dgm:constr type="h" for="ch" forName="Parent2" refType="h" fact="0.1088"/>
              <dgm:constr type="l" for="ch" forName="ChildAccent3" refType="w" fact="0.5726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Parent3" refType="w" fact="0.5726"/>
              <dgm:constr type="t" for="ch" forName="Parent3" refType="h" fact="0.087"/>
              <dgm:constr type="w" for="ch" forName="Parent3" refType="w" fact="0.14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2865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Parent5" refType="w" fact="0.2865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1432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Parent6" refType="w" fact="0.1432"/>
              <dgm:constr type="t" for="ch" forName="Parent6" refType="h" fact="0.0217"/>
              <dgm:constr type="w" for="ch" forName="Parent6" refType="w" fact="0.1432"/>
              <dgm:constr type="h" for="ch" forName="Parent6" refType="h" fact="0.1958"/>
              <dgm:constr type="l" for="ch" forName="ChildAccent7" refType="w" fact="0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Parent7" refType="w" fact="0"/>
              <dgm:constr type="t" for="ch" forName="Parent7" refType="h" fact="0"/>
              <dgm:constr type="w" for="ch" forName="Parent7" refType="w" fact="0.1432"/>
              <dgm:constr type="h" for="ch" forName="Parent7" refType="h" fact="0.2175"/>
            </dgm:constrLst>
          </dgm:else>
        </dgm:choose>
      </dgm:else>
    </dgm:choose>
    <dgm:forEach name="wrapper" axis="self" ptType="parTrans">
      <dgm:forEach name="accentRepeat" axis="self">
        <dgm:layoutNode name="ChildAccent" styleLbl="alignImgPlace1">
          <dgm:alg type="sp"/>
          <dgm:choose name="Name20">
            <dgm:if name="Name21" axis="followSib" ptType="node" func="cnt" op="equ" val="0">
              <dgm:shape xmlns:r="http://schemas.openxmlformats.org/officeDocument/2006/relationships" type="wedgeRectCallout" r:blip="">
                <dgm:adjLst>
                  <dgm:adj idx="1" val="0"/>
                  <dgm:adj idx="2" val="0"/>
                </dgm:adjLst>
              </dgm:shape>
            </dgm:if>
            <dgm:else name="Name22">
              <dgm:choose name="Name23">
                <dgm:if name="Name24" axis="precedSib" ptType="node" func="cnt" op="equ" val="6">
                  <dgm:shape xmlns:r="http://schemas.openxmlformats.org/officeDocument/2006/relationships" type="wedgeRectCallout" r:blip="">
                    <dgm:adjLst>
                      <dgm:adj idx="1" val="0"/>
                      <dgm:adj idx="2" val="0"/>
                    </dgm:adjLst>
                  </dgm:shape>
                </dgm:if>
                <dgm:else name="Name25">
                  <dgm:choose name="Name26">
                    <dgm:if name="Name27" func="var" arg="dir" op="equ" val="norm">
                      <dgm:shape xmlns:r="http://schemas.openxmlformats.org/officeDocument/2006/relationships" type="wedgeRectCallout" r:blip="">
                        <dgm:adjLst>
                          <dgm:adj idx="1" val="0.625"/>
                          <dgm:adj idx="2" val="0.2083"/>
                        </dgm:adjLst>
                      </dgm:shape>
                    </dgm:if>
                    <dgm:else name="Name28">
                      <dgm:shape xmlns:r="http://schemas.openxmlformats.org/officeDocument/2006/relationships" type="wedgeRectCallout" r:blip="">
                        <dgm:adjLst>
                          <dgm:adj idx="1" val="-0.625"/>
                          <dgm:adj idx="2" val="0.2083"/>
                        </dgm:adjLst>
                      </dgm:shape>
                    </dgm:else>
                  </dgm:choose>
                </dgm:else>
              </dgm:choose>
            </dgm:else>
          </dgm:choose>
          <dgm:presOf axis="des" ptType="node"/>
        </dgm:layoutNode>
      </dgm:forEach>
    </dgm:forEach>
    <dgm:forEach name="Name29" axis="ch" ptType="node" st="7" cnt="1">
      <dgm:layoutNode name="ChildAccent7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7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7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4" axis="ch" ptType="node" st="6" cnt="1">
      <dgm:layoutNode name="ChildAccent6">
        <dgm:alg type="sp"/>
        <dgm:shape xmlns:r="http://schemas.openxmlformats.org/officeDocument/2006/relationships" r:blip="">
          <dgm:adjLst/>
        </dgm:shape>
        <dgm:presOf/>
        <dgm:constrLst/>
        <dgm:forEach name="Name35" ref="accentRepeat"/>
      </dgm:layoutNode>
      <dgm:layoutNode name="Child6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6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9" axis="ch" ptType="node" st="5" cnt="1">
      <dgm:layoutNode name="ChildAccent5">
        <dgm:alg type="sp"/>
        <dgm:shape xmlns:r="http://schemas.openxmlformats.org/officeDocument/2006/relationships" r:blip="">
          <dgm:adjLst/>
        </dgm:shape>
        <dgm:presOf/>
        <dgm:constrLst/>
        <dgm:forEach name="Name40" ref="accentRepeat"/>
      </dgm:layoutNode>
      <dgm:layoutNode name="Child5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5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4" axis="ch" ptType="node" st="4" cnt="1">
      <dgm:layoutNode name="ChildAccent4">
        <dgm:alg type="sp"/>
        <dgm:shape xmlns:r="http://schemas.openxmlformats.org/officeDocument/2006/relationships" r:blip="">
          <dgm:adjLst/>
        </dgm:shape>
        <dgm:presOf/>
        <dgm:constrLst/>
        <dgm:forEach name="Name45" ref="accent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4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9" axis="ch" ptType="node" st="3" cnt="1">
      <dgm:layoutNode name="ChildAccent3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Child3" styleLbl="revTx">
        <dgm:varLst>
          <dgm:chMax val="0"/>
          <dgm:chPref val="0"/>
          <dgm:bulletEnabled val="1"/>
        </dgm:varLst>
        <dgm:choose name="Name51">
          <dgm:if name="Name5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3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4" axis="ch" ptType="node" st="2" cnt="1">
      <dgm:layoutNode name="ChildAccent2">
        <dgm:alg type="sp"/>
        <dgm:shape xmlns:r="http://schemas.openxmlformats.org/officeDocument/2006/relationships" r:blip="">
          <dgm:adjLst/>
        </dgm:shape>
        <dgm:presOf/>
        <dgm:constrLst/>
        <dgm:forEach name="Name55" ref="accentRepeat"/>
      </dgm:layoutNode>
      <dgm:layoutNode name="Child2" styleLbl="revTx">
        <dgm:varLst>
          <dgm:chMax val="0"/>
          <dgm:chPref val="0"/>
          <dgm:bulletEnabled val="1"/>
        </dgm:varLst>
        <dgm:choose name="Name56">
          <dgm:if name="Name5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2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9" axis="ch" ptType="node" cnt="1">
      <dgm:layoutNode name="ChildAccent1">
        <dgm:alg type="sp"/>
        <dgm:shape xmlns:r="http://schemas.openxmlformats.org/officeDocument/2006/relationships" r:blip="">
          <dgm:adjLst/>
        </dgm:shape>
        <dgm:presOf/>
        <dgm:constrLst/>
        <dgm:forEach name="Name60" ref="accentRepeat"/>
      </dgm:layoutNode>
      <dgm:layoutNode name="Child1" styleLbl="revTx">
        <dgm:varLst>
          <dgm:chMax val="0"/>
          <dgm:chPref val="0"/>
          <dgm:bulletEnabled val="1"/>
        </dgm:varLst>
        <dgm:choose name="Name61">
          <dgm:if name="Name6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6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1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B91F7-0A31-4809-8E31-54F32ACD1E72}" type="datetimeFigureOut">
              <a:rPr lang="en-GB" smtClean="0"/>
              <a:t>28/04/2026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5A70FC-228F-4487-8E14-68CAD584041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6450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15565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56346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EB448-544F-1163-CF6D-D801EF6DAB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40B45-37FF-28D2-69C1-D8842A0F2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1B0F3-96B9-62B2-E1C5-4D3D4823B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083A-C1B7-4B46-82C5-289BB6E6D5A4}" type="datetime1">
              <a:rPr lang="en-IN" smtClean="0"/>
              <a:t>28-04-2026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B3F67-E836-5AA2-B32D-A0C3A9333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EEA5E-DC19-ABCD-6267-C545BA777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9472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50CDE-F21A-AC1C-7DD9-906370B0F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39EE0-A89B-B238-94A4-DB32BBD14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AB674-71DE-8BA7-9D0E-C99F6B3C0F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009650" cy="365125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4BFFB7-4443-4602-A990-B076C1CFE86C}" type="datetime1">
              <a:rPr lang="en-IN" smtClean="0"/>
              <a:pPr/>
              <a:t>28-04-2026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2554B-0ACB-E334-5BBE-7A83BFE37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062A5-E36B-5C05-6C36-F8372F2C1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0550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2CC90-B089-5E25-D480-B40D5123B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671185-327E-E435-EB8B-F143CAF78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DDF86-F686-ACE8-6852-5CEADD9A2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8F52-857A-4C89-954C-57943DB51290}" type="datetime1">
              <a:rPr lang="en-IN" smtClean="0"/>
              <a:t>28-04-2026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58F106-1FED-5AA1-CFDF-7FE210507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5F0D7-F550-D351-1F6B-36B665CA0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5203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98191-3055-3CE7-ABAB-BF5225568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7F01E-C1BB-CFE3-1062-5A8CAD20F5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0F16ED-635D-3C12-AE3C-37A43EAF14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80B84D-A3CA-9B7E-B7BB-4C18C1812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7B4D-DDD6-4CA2-87A0-9BDD5E5268EC}" type="datetime1">
              <a:rPr lang="en-IN" smtClean="0"/>
              <a:t>28-04-2026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881B66-06CA-0AE9-B95B-21A45DC5B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B7665D-74F3-FC85-8C37-77F440223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9702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1306E-11E1-8AB1-AF32-6F074D3C8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8E7AAE-4628-F916-89C8-10A970EC9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D7C0B7-4F02-5995-1FB1-8FB2DD1259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504026-A61A-C06F-3EA6-94F595A473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FF7FD0-380B-75A4-D9B0-F7EBC341DD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0AA233-A9EB-E98D-4DDF-BC4B72808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0D9E5-0635-43A8-8973-488E7408FAF7}" type="datetime1">
              <a:rPr lang="en-IN" smtClean="0"/>
              <a:t>28-04-2026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5E8074-1361-E322-F42C-F5D714099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B9FECA-EE46-D87A-F259-E8022C362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3430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B92FB-DA41-9013-AE3A-5882CEEE8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2620A1-C0CA-1D0E-E85E-5C1326F8C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CEA8-D591-4CC9-939A-A3BE6FD93E89}" type="datetime1">
              <a:rPr lang="en-IN" smtClean="0"/>
              <a:t>28-04-2026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3BD8B1-5363-075D-CDCC-8CAC0A6A7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E4555F-1DC7-94CF-74D7-21521EE93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6821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497F04-5F5B-E4F7-0A48-A1FBAC01C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28-04-2026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DCC3BA-DF88-8CE4-AB31-983A3C796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17982A-25A2-0FA2-0BC4-48C8775F8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3842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17936-1384-3D53-34C7-E638688EF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08029-8ADE-BDA5-4C8D-31C361556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6CB47A-C96A-8918-E1EB-9A8DBEC727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65CB0D-C5CF-96B6-5923-222D7E403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A547-6E4B-4188-9BD5-035CB9C4BCC5}" type="datetime1">
              <a:rPr lang="en-IN" smtClean="0"/>
              <a:t>28-04-2026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A0E17E-D21B-9F95-DB42-019C9AB1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31A4E0-3F3F-3857-C2B7-EEDD3DF99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3921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EDF05-F2AE-B072-8E2E-CB4CF5B08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0EF8F1-DFA6-282F-E8CD-83826A12E4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08D68-B430-9A5B-4A9B-8549EA20A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002EBD-67C3-A4B8-A83C-896997C53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06E29-16A1-4AAE-B55B-4E3DB7265605}" type="datetime1">
              <a:rPr lang="en-IN" smtClean="0"/>
              <a:t>28-04-2026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00B68-5333-C602-6799-3D1B2E434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4925F4-1AF9-E8B5-0534-4714B5FAF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999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011F1-D172-AE20-8D21-0A938E210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8E52B7-EB5E-AF2A-3525-5B4BBFD15A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D7DCF-1783-47F8-CDB8-8B7167ECD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6915-BE00-456E-A9CA-DB9FE1FD674A}" type="datetime1">
              <a:rPr lang="en-IN" smtClean="0"/>
              <a:t>28-04-2026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968A7-C083-F20B-0369-2067E75DE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5429C-96E8-1064-0F87-6D95D15F9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8761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A47F57-697A-B97E-DD3A-2910D126C5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F252A-D3F9-0BB4-D962-668169761B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93D65-8824-8EBE-4CB8-E4D7750FE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D233-408A-4415-B919-B7ECAA5043E2}" type="datetime1">
              <a:rPr lang="en-IN" smtClean="0"/>
              <a:t>28-04-2026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1EA1BA-06A5-9F5B-136C-80EDFD72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3C8CA-61F8-0704-0F6E-DDDD2B998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8782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09843D-C7AC-7DCA-D2A1-30C29BBAB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2A0867-11DA-F019-8907-1B3D8BD7C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DD53F-CA45-CCAE-9ADB-5B0F61393A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C608B-7A9F-4336-97A2-89908E443DAD}" type="datetime1">
              <a:rPr lang="en-IN" smtClean="0"/>
              <a:t>28-04-2026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1FF70-F320-3E09-D811-B610D38CEA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947EA-7073-9466-0549-46E86F1C89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194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6525369" y="2126970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Mr</a:t>
            </a:r>
            <a:r>
              <a:rPr lang="en-GB" sz="1700" b="1" dirty="0">
                <a:solidFill>
                  <a:srgbClr val="17365D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 . Sakthi S </a:t>
            </a: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Assistant Professor</a:t>
            </a:r>
            <a:endParaRPr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School of CSE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156411" y="4130278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rgbClr val="17365D"/>
              </a:buClr>
              <a:buSzPct val="100000"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B. Tech (CSE)</a:t>
            </a:r>
            <a:endParaRPr lang="en-US" sz="2000" b="1" i="0" u="none" strike="noStrike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</a:t>
            </a:r>
            <a:r>
              <a:rPr lang="en-US" sz="2000" b="1" dirty="0" err="1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HoD</a:t>
            </a: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: </a:t>
            </a: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Dr. Asif Mohammed</a:t>
            </a:r>
            <a:endParaRPr lang="en-US" sz="2000" b="1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Internship Coordinator: </a:t>
            </a: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Dr. R. Balakrishnan, Mr. Sakthi S</a:t>
            </a:r>
            <a:endParaRPr lang="en-US" sz="2000" b="1" i="0" u="none" strike="noStrike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Internship Coordinator: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Md Ziaur Rahman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													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38200" y="130629"/>
            <a:ext cx="10515600" cy="15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CSE7302 - INTERNSHIP</a:t>
            </a:r>
            <a:b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Review-5 Presentation 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AI-Based Face Recognition Attendance Management System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0568184"/>
              </p:ext>
            </p:extLst>
          </p:nvPr>
        </p:nvGraphicFramePr>
        <p:xfrm>
          <a:off x="601909" y="1911875"/>
          <a:ext cx="532155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70">
                  <a:extLst>
                    <a:ext uri="{9D8B030D-6E8A-4147-A177-3AD203B41FA5}">
                      <a16:colId xmlns:a16="http://schemas.microsoft.com/office/drawing/2014/main" val="2689928737"/>
                    </a:ext>
                  </a:extLst>
                </a:gridCol>
                <a:gridCol w="3950282">
                  <a:extLst>
                    <a:ext uri="{9D8B030D-6E8A-4147-A177-3AD203B41FA5}">
                      <a16:colId xmlns:a16="http://schemas.microsoft.com/office/drawing/2014/main" val="3965538731"/>
                    </a:ext>
                  </a:extLst>
                </a:gridCol>
              </a:tblGrid>
              <a:tr h="362263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 Details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510531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Tejashwini BV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3540802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20231CSE3046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550948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8CSE09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268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6724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704516" y="902370"/>
            <a:ext cx="10668000" cy="4377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System/Work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Roadmap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2940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45030"/>
            <a:ext cx="10515600" cy="4193176"/>
          </a:xfrm>
        </p:spPr>
        <p:txBody>
          <a:bodyPr>
            <a:noAutofit/>
          </a:bodyPr>
          <a:lstStyle/>
          <a:p>
            <a:pPr algn="just"/>
            <a:r>
              <a:rPr lang="en-US" b="1" dirty="0">
                <a:latin typeface="Times New Roman" pitchFamily="18" charset="0"/>
                <a:cs typeface="Times New Roman" pitchFamily="18" charset="0"/>
              </a:rPr>
              <a:t>Rail Wheel Factory (RWF) 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a Government of India organization under the Ministry of Railways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Located in Yelahanka, Bengaluru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Focuses on modernization and digitalization of internal system.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software and IT solutions to improve data management and efficiency.</a:t>
            </a:r>
          </a:p>
          <a:p>
            <a:pPr marL="0" indent="0" algn="just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Products &amp; Services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manufacturing and maintenance support to Indian Railways.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Offers technical and engineering services for railway infrastructure.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digital systems for data management and internal operations.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8138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9125" y="1184366"/>
            <a:ext cx="10594675" cy="4724727"/>
          </a:xfrm>
        </p:spPr>
        <p:txBody>
          <a:bodyPr>
            <a:noAutofit/>
          </a:bodyPr>
          <a:lstStyle/>
          <a:p>
            <a:pPr algn="just"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Domain: Artificial Intelligence &amp; Computer Vision		</a:t>
            </a:r>
          </a:p>
          <a:p>
            <a:pPr lvl="1"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The project is based on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Artificial Intelligence (AI)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Computer Vision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technologies.</a:t>
            </a:r>
          </a:p>
          <a:p>
            <a:pPr lvl="1"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It uses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Face Recognition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to automatically identify employees/students.</a:t>
            </a:r>
          </a:p>
          <a:p>
            <a:pPr lvl="1"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The system captures live video and detects human faces in real time.</a:t>
            </a:r>
          </a:p>
          <a:p>
            <a:pPr lvl="1" algn="just"/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Technologies Used</a:t>
            </a:r>
          </a:p>
          <a:p>
            <a:pPr lvl="1" algn="just"/>
            <a:r>
              <a:rPr lang="en-US" b="1" dirty="0">
                <a:latin typeface="Times New Roman" pitchFamily="18" charset="0"/>
                <a:cs typeface="Times New Roman" pitchFamily="18" charset="0"/>
              </a:rPr>
              <a:t>Frontend: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React.js, JavaScript.</a:t>
            </a:r>
          </a:p>
          <a:p>
            <a:pPr lvl="1" algn="just"/>
            <a:r>
              <a:rPr lang="en-US" b="1" dirty="0">
                <a:latin typeface="Times New Roman" pitchFamily="18" charset="0"/>
                <a:cs typeface="Times New Roman" pitchFamily="18" charset="0"/>
              </a:rPr>
              <a:t>Backend: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Python, Flask.</a:t>
            </a:r>
          </a:p>
          <a:p>
            <a:pPr lvl="1" algn="just"/>
            <a:r>
              <a:rPr lang="en-US" b="1" dirty="0">
                <a:latin typeface="Times New Roman" pitchFamily="18" charset="0"/>
                <a:cs typeface="Times New Roman" pitchFamily="18" charset="0"/>
              </a:rPr>
              <a:t>Database: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MongoDB.</a:t>
            </a:r>
          </a:p>
          <a:p>
            <a:pPr lvl="1" algn="just"/>
            <a:r>
              <a:rPr lang="en-US" b="1" dirty="0">
                <a:latin typeface="Times New Roman" pitchFamily="18" charset="0"/>
                <a:cs typeface="Times New Roman" pitchFamily="18" charset="0"/>
              </a:rPr>
              <a:t>AI Libraries: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OpenCV, Insight Face.</a:t>
            </a:r>
          </a:p>
          <a:p>
            <a:pPr lvl="1" algn="just"/>
            <a:r>
              <a:rPr lang="en-US" b="1" dirty="0">
                <a:latin typeface="Times New Roman" pitchFamily="18" charset="0"/>
                <a:cs typeface="Times New Roman" pitchFamily="18" charset="0"/>
              </a:rPr>
              <a:t>Tools: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VS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586821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Individual Leader: Tejashwini BV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Reporting Manager: Buddha Apparao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Worked under guidance with structured tasks and regular reviews.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06966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6"/>
            <a:ext cx="10515600" cy="4560825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Difficulties with library installation, dependency management, and environment configuration.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Camera integration issues and OpenCV-related errors during development.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in optimizing system accuracy and improving overall performance.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management difficulties while balancing learning new technologies and active project development.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Steep learning curve in understanding AI concepts and face recognition algorithms.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61569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create an AI-based face recognition system that automatically marks attendance.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reduce manual work and avoid errors in traditional attendance methods.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use machine learning for real-time face detection and recognition.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securely store and manage attendance data using a database.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user-friendly web interface using React and Flask.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the speed, accuracy, and efficiency of attendance management at Rail Wheel Factory.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63347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487" y="-422693"/>
            <a:ext cx="10672313" cy="1466489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61883A6F-5B09-524E-86A8-09F00E0AB3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29230568"/>
              </p:ext>
            </p:extLst>
          </p:nvPr>
        </p:nvGraphicFramePr>
        <p:xfrm>
          <a:off x="681485" y="595224"/>
          <a:ext cx="10672312" cy="50920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1707">
                  <a:extLst>
                    <a:ext uri="{9D8B030D-6E8A-4147-A177-3AD203B41FA5}">
                      <a16:colId xmlns:a16="http://schemas.microsoft.com/office/drawing/2014/main" val="233639814"/>
                    </a:ext>
                  </a:extLst>
                </a:gridCol>
                <a:gridCol w="3398808">
                  <a:extLst>
                    <a:ext uri="{9D8B030D-6E8A-4147-A177-3AD203B41FA5}">
                      <a16:colId xmlns:a16="http://schemas.microsoft.com/office/drawing/2014/main" val="2658282609"/>
                    </a:ext>
                  </a:extLst>
                </a:gridCol>
                <a:gridCol w="698740">
                  <a:extLst>
                    <a:ext uri="{9D8B030D-6E8A-4147-A177-3AD203B41FA5}">
                      <a16:colId xmlns:a16="http://schemas.microsoft.com/office/drawing/2014/main" val="3826580831"/>
                    </a:ext>
                  </a:extLst>
                </a:gridCol>
                <a:gridCol w="1509209">
                  <a:extLst>
                    <a:ext uri="{9D8B030D-6E8A-4147-A177-3AD203B41FA5}">
                      <a16:colId xmlns:a16="http://schemas.microsoft.com/office/drawing/2014/main" val="338042593"/>
                    </a:ext>
                  </a:extLst>
                </a:gridCol>
                <a:gridCol w="1524616">
                  <a:extLst>
                    <a:ext uri="{9D8B030D-6E8A-4147-A177-3AD203B41FA5}">
                      <a16:colId xmlns:a16="http://schemas.microsoft.com/office/drawing/2014/main" val="4006879472"/>
                    </a:ext>
                  </a:extLst>
                </a:gridCol>
                <a:gridCol w="1524616">
                  <a:extLst>
                    <a:ext uri="{9D8B030D-6E8A-4147-A177-3AD203B41FA5}">
                      <a16:colId xmlns:a16="http://schemas.microsoft.com/office/drawing/2014/main" val="1417913373"/>
                    </a:ext>
                  </a:extLst>
                </a:gridCol>
                <a:gridCol w="1524616">
                  <a:extLst>
                    <a:ext uri="{9D8B030D-6E8A-4147-A177-3AD203B41FA5}">
                      <a16:colId xmlns:a16="http://schemas.microsoft.com/office/drawing/2014/main" val="690554251"/>
                    </a:ext>
                  </a:extLst>
                </a:gridCol>
              </a:tblGrid>
              <a:tr h="50032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Sl. No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Algorithms / Techniques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Advantages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Disadvantages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Domain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859603"/>
                  </a:ext>
                </a:extLst>
              </a:tr>
              <a:tr h="733442"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Enhanced Efficiency in SMEs Attendance Monitoring: Low Cost Artificial Intelligence Facial Recognition Mobile Application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P-Net, R-Net + O-Net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Attendance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Privacy and Data Security Concerns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Access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6902108"/>
                  </a:ext>
                </a:extLst>
              </a:tr>
              <a:tr h="493431"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Real-Time Student Face Recognition Attendance System Using AI</a:t>
                      </a:r>
                      <a:endParaRPr lang="en-US" sz="1400" b="0" i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CNN + OpenCV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Automatic and fast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Privacy concerns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(face data security)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IARJSET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5915895"/>
                  </a:ext>
                </a:extLst>
              </a:tr>
              <a:tr h="472216"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Tensor flow, Computer Vision, and Edge Ai-Based Face Recognition Attendance Monitoring System Using Raspberry Pi 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MobileNetV2 + Face Net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Reduced Internet Dependency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Processing Power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Access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2859608"/>
                  </a:ext>
                </a:extLst>
              </a:tr>
              <a:tr h="472216"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AI-Based Face Recognition Attendance Management System</a:t>
                      </a:r>
                      <a:endParaRPr lang="en-IN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SSD + OpenCV</a:t>
                      </a:r>
                      <a:endParaRPr lang="fi-FI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Portable and real-time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hardware capability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IJIRMPS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5721"/>
                  </a:ext>
                </a:extLst>
              </a:tr>
              <a:tr h="472216"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Efficient Attendance Tracking Using AI-Based Face Recognition and Absence Alerts for Educational Institutes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OpenCV + Face Net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Attendance taken automatically within seconds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strict compliance with privacy laws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Atlantis press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217323"/>
                  </a:ext>
                </a:extLst>
              </a:tr>
              <a:tr h="472216"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Artificial Intelligence based Multi-Face Recognition and Attendance Marking System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Haar Cascade + CNN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Simultaneous Multi-Face Recognition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Privacy Concerns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Access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1936960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29277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/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28467"/>
            <a:ext cx="10515600" cy="3914093"/>
          </a:xfrm>
        </p:spPr>
        <p:txBody>
          <a:bodyPr>
            <a:normAutofit fontScale="92500"/>
          </a:bodyPr>
          <a:lstStyle/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The proposed system is an AI-based Face Recognition Attendance System developed using Python, Flask, and React.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It captures live video from the camera and detects faces using OpenCV and Insight Face.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The system compares captured faces with trained datasets to identify registered users.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Attendance is automatically recorded in the database with date and time.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A web-based dashboard is provided for managing users, viewing attendance, and reports.</a:t>
            </a:r>
          </a:p>
          <a:p>
            <a:pPr marL="0" indent="0" algn="just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524770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pPr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Manual attendance is time-consuming.</a:t>
            </a:r>
          </a:p>
          <a:p>
            <a:pPr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Chances of proxy and fake attendance.</a:t>
            </a:r>
          </a:p>
          <a:p>
            <a:pPr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Difficult to maintain records.</a:t>
            </a:r>
          </a:p>
          <a:p>
            <a:pPr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Requires more manpower.</a:t>
            </a:r>
          </a:p>
          <a:p>
            <a:pPr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Need for automated AI-based system.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05980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6"/>
            <a:ext cx="10515600" cy="4767859"/>
          </a:xfrm>
        </p:spPr>
        <p:txBody>
          <a:bodyPr>
            <a:noAutofit/>
          </a:bodyPr>
          <a:lstStyle/>
          <a:p>
            <a:pPr algn="just"/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Hardware Requirements</a:t>
            </a:r>
          </a:p>
          <a:p>
            <a:pPr lvl="1"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Computer / Laptop with minimum i3 processor or above</a:t>
            </a:r>
          </a:p>
          <a:p>
            <a:pPr lvl="1"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Minimum 8 GB RAM</a:t>
            </a:r>
          </a:p>
          <a:p>
            <a:pPr lvl="1"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Webcam / Integrated Camera</a:t>
            </a:r>
          </a:p>
          <a:p>
            <a:pPr lvl="1"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Internet Connection</a:t>
            </a:r>
          </a:p>
          <a:p>
            <a:pPr algn="just"/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Software Requirements</a:t>
            </a:r>
          </a:p>
          <a:p>
            <a:pPr lvl="1"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Operating System: Windows 10 / 11</a:t>
            </a:r>
          </a:p>
          <a:p>
            <a:pPr lvl="1"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Programming Language: Python 3.x, JavaScript</a:t>
            </a:r>
          </a:p>
          <a:p>
            <a:pPr lvl="1"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Backend Framework: Flask</a:t>
            </a:r>
          </a:p>
          <a:p>
            <a:pPr lvl="1"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Frontend Framework: React.js</a:t>
            </a:r>
          </a:p>
          <a:p>
            <a:pPr lvl="1"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Database: MongoDB </a:t>
            </a:r>
          </a:p>
          <a:p>
            <a:pPr lvl="1"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Libraries: OpenCV, Insight Face, NumPy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86960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System/Work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6"/>
            <a:ext cx="10515600" cy="4517693"/>
          </a:xfrm>
        </p:spPr>
        <p:txBody>
          <a:bodyPr>
            <a:normAutofit lnSpcReduction="10000"/>
          </a:bodyPr>
          <a:lstStyle/>
          <a:p>
            <a:pPr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Automatic attendance marking using face recognition</a:t>
            </a:r>
          </a:p>
          <a:p>
            <a:pPr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Reduces manual work and human errors</a:t>
            </a:r>
          </a:p>
          <a:p>
            <a:pPr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Saves time and improves efficiency</a:t>
            </a:r>
          </a:p>
          <a:p>
            <a:pPr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Prevents proxy / fake attendance</a:t>
            </a:r>
          </a:p>
          <a:p>
            <a:pPr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Provides accurate and real-time attendance records</a:t>
            </a:r>
          </a:p>
          <a:p>
            <a:pPr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Easy to use and user-friendly interface</a:t>
            </a:r>
          </a:p>
          <a:p>
            <a:pPr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Data can be stored and managed digitally</a:t>
            </a:r>
          </a:p>
          <a:p>
            <a:pPr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Can be integrated with existing systems</a:t>
            </a:r>
          </a:p>
          <a:p>
            <a:pPr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Suitable for schools, colleges, and industries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466521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3DF3DB45-0B96-9E5B-B944-4E1DBA75ED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3861" y="442763"/>
            <a:ext cx="6594320" cy="5482854"/>
          </a:xfrm>
        </p:spPr>
      </p:pic>
    </p:spTree>
    <p:extLst>
      <p:ext uri="{BB962C8B-B14F-4D97-AF65-F5344CB8AC3E}">
        <p14:creationId xmlns:p14="http://schemas.microsoft.com/office/powerpoint/2010/main" val="33654325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8F6B8-D109-B4C8-AE3E-B99BCFB92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11927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82E8AD-F61E-21DB-2F53-6648D74F2A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3310" y="1377052"/>
            <a:ext cx="10515600" cy="4351338"/>
          </a:xfrm>
        </p:spPr>
        <p:txBody>
          <a:bodyPr/>
          <a:lstStyle/>
          <a:p>
            <a:pPr marL="0" indent="0" algn="just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Face Algorithm:</a:t>
            </a:r>
          </a:p>
          <a:p>
            <a:pPr marL="0" indent="0" algn="just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Preparation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dataset folder containing subfolders for each person with their face images.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subfolder name represents the person’s identity (label).</a:t>
            </a:r>
          </a:p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Face Detection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 the InsightFace Face Analysis model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buffalo_l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to detect faces in images.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scans the image and locates the face bounding box.</a:t>
            </a:r>
          </a:p>
          <a:p>
            <a:endParaRPr lang="en-US" dirty="0"/>
          </a:p>
          <a:p>
            <a:pPr marL="0" indent="0"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A9C33F-9F3E-441B-9070-98F9E622C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28-04-2026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80BE65-A1D2-E03C-0273-B698DAC53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14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54233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4915D-AA63-C6A4-313B-1E96C0850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75486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F92BAA-1A62-7703-32B1-E29362F785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1936" y="1158665"/>
            <a:ext cx="10515600" cy="454067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Face Alignment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detected face is aligned using facial landmarks (eyes, nose, mouth) for better accuracy.</a:t>
            </a:r>
          </a:p>
          <a:p>
            <a:pPr marL="0" indent="0" algn="just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Embedding Storage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embeddings are saved in a file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embeddings.pkl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using pickle for later recognition.</a:t>
            </a:r>
          </a:p>
          <a:p>
            <a:pPr marL="0" indent="0" algn="just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 Camera Input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webcam captures real-time video frames using OpenCV.</a:t>
            </a:r>
          </a:p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Face Detection in Live Video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InsightFace model detects faces in each video frame.</a:t>
            </a:r>
          </a:p>
          <a:p>
            <a:pPr marL="0" indent="0">
              <a:buNone/>
            </a:pPr>
            <a:r>
              <a:rPr lang="en-IN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61A28D-6B18-A760-D62A-F947E5C4E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28-04-2026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2B1B9B-BF72-C28B-F894-25906CA59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15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36075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3AF89-841E-B103-5976-39A56956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2187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9E7506-14A6-C79C-8AC0-C10252F329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0562" y="1345719"/>
            <a:ext cx="10515600" cy="4796287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Embedding Extraction from Live Face</a:t>
            </a: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generates embeddings for detected faces in real time.</a:t>
            </a:r>
          </a:p>
          <a:p>
            <a:pPr marL="0" indent="0" algn="just">
              <a:buNone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Face Identification</a:t>
            </a: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assigns the name of the closest matching embedding.</a:t>
            </a:r>
          </a:p>
          <a:p>
            <a:pPr marL="0" indent="0" algn="just">
              <a:buNone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Unknown Detection</a:t>
            </a: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no embedding matches the threshold, the person is labeled “Unknown”.</a:t>
            </a:r>
          </a:p>
          <a:p>
            <a:pPr marL="0" indent="0" algn="just">
              <a:buNone/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 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Output</a:t>
            </a: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draws a bounding box and displays the person’s name on the screen.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B9C597-8FA6-7FA8-67BB-52C65FF79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28-04-2026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A2375A-B1F9-2B7C-371E-59126A15B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16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014214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C5904-2B2E-CF6D-4066-C729ECE1C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83781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501C4B-5251-EC9C-5C4E-DC32E963D7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1717" y="1130060"/>
            <a:ext cx="10515600" cy="435133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11.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Voice Interaction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plays a welcome voice message for recognized persons using text-to-speech.</a:t>
            </a:r>
          </a:p>
          <a:p>
            <a:pPr marL="0" indent="0" algn="just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12.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Alert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triggers a beep alarm when an unknown person is detected.</a:t>
            </a:r>
          </a:p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13. Duplicate Control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time gap rule (10 seconds) prevents multiple attendance entries for the same person.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CD47F0-3953-92F0-1B08-3445EC8F2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28-04-2026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3D92C1-7F60-A1BD-B098-1A0850DAF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17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846346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4298" y="136525"/>
            <a:ext cx="10515600" cy="510456"/>
          </a:xfrm>
        </p:spPr>
        <p:txBody>
          <a:bodyPr>
            <a:normAutofit fontScale="90000"/>
          </a:bodyPr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 (At least 80%)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D2079EF-BFD6-6592-02DD-4DAFE1CF99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7706" y="646981"/>
            <a:ext cx="6901132" cy="5227608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026174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91A97-C6F2-6F1B-9C3B-FF27165F7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 (At </a:t>
            </a:r>
            <a:r>
              <a:rPr lang="en-IN" sz="3200" b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least 80</a:t>
            </a: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%)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635C59-71AA-8EF7-45EF-7EAE0CEC3C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5887"/>
            <a:ext cx="10515600" cy="4321834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1. Dataset Folder:</a:t>
            </a:r>
            <a:endParaRPr lang="en-IN" b="1" dirty="0"/>
          </a:p>
          <a:p>
            <a:pPr algn="just"/>
            <a:r>
              <a:rPr lang="en-US" dirty="0"/>
              <a:t>Contains all registered users’ face images organized (often one folder per person).</a:t>
            </a:r>
          </a:p>
          <a:p>
            <a:pPr algn="just"/>
            <a:r>
              <a:rPr lang="en-US" dirty="0"/>
              <a:t>Used as the </a:t>
            </a:r>
            <a:r>
              <a:rPr lang="en-US" b="1" dirty="0"/>
              <a:t>training source</a:t>
            </a:r>
            <a:r>
              <a:rPr lang="en-US" dirty="0"/>
              <a:t> for the system to learn facial features.</a:t>
            </a:r>
          </a:p>
          <a:p>
            <a:pPr algn="just"/>
            <a:r>
              <a:rPr lang="en-US" dirty="0"/>
              <a:t>Images should have clear faces with different angles and lighting.</a:t>
            </a:r>
          </a:p>
          <a:p>
            <a:pPr algn="just"/>
            <a:r>
              <a:rPr lang="en-US" dirty="0"/>
              <a:t>Each image is labeled with the </a:t>
            </a:r>
            <a:r>
              <a:rPr lang="en-US" b="1" dirty="0"/>
              <a:t>person’s name or ID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The face recognition model reads these images to generate </a:t>
            </a:r>
            <a:r>
              <a:rPr lang="en-US" b="1" dirty="0"/>
              <a:t>face encodings</a:t>
            </a:r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B14E28-7107-EBF6-0115-3AAF62F4B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28-04-2026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5CD93E-BC72-AD0D-8E68-60F848006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19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84973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7EF32-F920-23BF-9756-B819F5727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Execution</a:t>
            </a:r>
            <a:endParaRPr lang="en-IN" sz="3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57EFED-DD7B-E15F-B1C2-AA9F851F0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28-04-2026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402B17-54C4-2DD7-3A42-CF97293F8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20</a:t>
            </a:fld>
            <a:endParaRPr lang="en-IN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FBF4A49A-9C3F-114D-9962-AE9847C4CF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8144" y="1690689"/>
            <a:ext cx="7735712" cy="4123516"/>
          </a:xfrm>
        </p:spPr>
      </p:pic>
    </p:spTree>
    <p:extLst>
      <p:ext uri="{BB962C8B-B14F-4D97-AF65-F5344CB8AC3E}">
        <p14:creationId xmlns:p14="http://schemas.microsoft.com/office/powerpoint/2010/main" val="29202021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21853-99F7-6F4A-FC33-195845B7F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 (At least 80%)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BD50F1-A83E-A923-0C61-E313F6627D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2755"/>
            <a:ext cx="10515600" cy="4278702"/>
          </a:xfrm>
        </p:spPr>
        <p:txBody>
          <a:bodyPr/>
          <a:lstStyle/>
          <a:p>
            <a:pPr marL="0" indent="0" algn="just">
              <a:buNone/>
            </a:pPr>
            <a:r>
              <a:rPr lang="en-US" b="1" dirty="0"/>
              <a:t>2. Face Encoding Module</a:t>
            </a:r>
            <a:endParaRPr lang="en-US" dirty="0"/>
          </a:p>
          <a:p>
            <a:pPr algn="just"/>
            <a:r>
              <a:rPr lang="en-US" dirty="0"/>
              <a:t>Detects faces from images or camera frames using a face detection algorithm.</a:t>
            </a:r>
          </a:p>
          <a:p>
            <a:pPr algn="just"/>
            <a:r>
              <a:rPr lang="en-US" dirty="0"/>
              <a:t>Extracts unique facial features such as eyes, nose, and face structure.</a:t>
            </a:r>
          </a:p>
          <a:p>
            <a:pPr algn="just"/>
            <a:r>
              <a:rPr lang="en-US" dirty="0"/>
              <a:t>Converts the detected face into a </a:t>
            </a:r>
            <a:r>
              <a:rPr lang="en-US" b="1" dirty="0"/>
              <a:t>numerical vector representation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Uses libraries like </a:t>
            </a:r>
            <a:r>
              <a:rPr lang="en-US" b="1" dirty="0"/>
              <a:t>OpenCV or face recognition</a:t>
            </a:r>
            <a:r>
              <a:rPr lang="en-US" dirty="0"/>
              <a:t> to generate encodings.</a:t>
            </a:r>
          </a:p>
          <a:p>
            <a:pPr algn="just"/>
            <a:r>
              <a:rPr lang="en-US" dirty="0"/>
              <a:t>These encodings are used to compare and identify faces during attendance.</a:t>
            </a: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FA43A6-214B-F0A8-45FC-77F725AE1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28-04-2026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4EFBE8-26E9-3C1A-FC56-B3CBD885D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21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616192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99FE2-B8D1-C3CA-7A9A-290CD72AD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32354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Execution</a:t>
            </a:r>
            <a:endParaRPr lang="en-IN" sz="320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0AA8B21-46C1-A3F7-B874-084CCA65F7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8144" y="1509623"/>
            <a:ext cx="7735712" cy="4304581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A81DF8-82FF-CBBF-4A19-2C1312029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28-04-2026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03E8AE-5FE9-5AED-BD8E-72CB69439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22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61760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8C55B-9406-D206-EC98-DF76A77C8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49607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 (At least 80%)</a:t>
            </a:r>
            <a:endParaRPr lang="en-IN" sz="3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1FE3C5-D0EE-04F7-2DDF-7DF903674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28-04-2026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0168AD-9AD2-0B05-DBD0-6A5618BDB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23</a:t>
            </a:fld>
            <a:endParaRPr lang="en-IN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1C89DD49-60F9-16E8-F3F7-5E706D1C199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308770"/>
            <a:ext cx="10652185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b="1" dirty="0"/>
              <a:t>3. Stored Face Vectors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Numerical representations (usually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128-dimension vectors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of each person’s face.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Generated from the dataset images during the encoding process.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Stored in files or databases along with the person’s name/ID.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During recognition, the system compares live face vectors with stored vectors.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If similarity distance is below a threshold, the person is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recognized and attendance is marked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097346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DFDF1-BAB1-0C44-B46C-7D44CA770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Execution</a:t>
            </a:r>
            <a:endParaRPr lang="en-IN" sz="320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5EF039A-C1F1-BAA2-F6A0-E923233C11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0121" y="1509533"/>
            <a:ext cx="7735712" cy="4227033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E63AE6-ADB4-B017-24A7-D6A95EF6D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28-04-2026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DC06E3-9032-9C15-288E-2A6FEDC82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24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715839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DA33B-C24A-9F1A-A687-4911F2108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46090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Execution</a:t>
            </a:r>
            <a:endParaRPr lang="en-IN" sz="320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AA1D6C4-7870-1C1D-4E2A-B84C687970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627" y="1475118"/>
            <a:ext cx="7735712" cy="4204150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D7C04A-FC9A-AC35-18CD-D77142DD7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28-04-2026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26CAFF-8424-7733-DAA6-E215BBC16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25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14656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E151B-5667-7D85-3297-52AF78A6D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95325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Testing</a:t>
            </a:r>
            <a:endParaRPr lang="en-IN" sz="3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BD2A74-68F4-254B-E800-E767157C3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28-04-2026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A7910A-C466-D1CE-754B-60F70D0EE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26</a:t>
            </a:fld>
            <a:endParaRPr lang="en-IN" dirty="0"/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6EBF4EC5-4D92-559A-EE15-4FB7E6F793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5380" y="365125"/>
            <a:ext cx="5624061" cy="5529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98052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E3A32-E3D6-E13F-5181-6CE07E913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488" y="136525"/>
            <a:ext cx="10515600" cy="1023728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3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631AED-2767-4775-9E37-5F2D659AD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28-04-2026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5A9489-CDBD-45E1-6FAE-F327B4F94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27</a:t>
            </a:fld>
            <a:endParaRPr lang="en-IN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44A9A774-65C9-A556-D369-F0ABD5A8841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1488" y="1288133"/>
            <a:ext cx="10515600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attendance accuracy by eliminating manual errors.</a:t>
            </a:r>
          </a:p>
          <a:p>
            <a:pPr lvl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Enhances security through reliable face recognition authentication.</a:t>
            </a:r>
          </a:p>
          <a:p>
            <a:pPr lvl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Saves time with automated and fast attendance tracking.</a:t>
            </a:r>
          </a:p>
          <a:p>
            <a:pPr lvl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proxy attendance and fraudulent entries.</a:t>
            </a:r>
          </a:p>
          <a:p>
            <a:pPr lvl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real-time data and easy report generation.</a:t>
            </a:r>
          </a:p>
          <a:p>
            <a:pPr lvl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Minimizes administrative workload and paperwork.</a:t>
            </a:r>
          </a:p>
          <a:p>
            <a:pPr lvl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and adaptable for schools, offices, and organizations.</a:t>
            </a:r>
            <a:endParaRPr lang="en-US" alt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51551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47066-0EC0-3B1B-99D9-4AE2962B8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87B5B1-5C0C-EF38-0CDB-6EA59BAE2B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3920"/>
            <a:ext cx="10515600" cy="4351338"/>
          </a:xfrm>
        </p:spPr>
        <p:txBody>
          <a:bodyPr>
            <a:normAutofit lnSpcReduction="10000"/>
          </a:bodyPr>
          <a:lstStyle/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Oladele, K. G., Iseh, E. J., Oladele, J. O., &amp; Bhaladhare, P. R. (2024). AI-Based Face Recognition Attendance System. International Journal of Innovative Research in Multidisciplinary Sciences.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Dixit, H. V., Saxena, A., Arif, &amp; Sharma, S. (2024). Face Recognition-based Attendance System. ICICC Conference Proceedings.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Abderraouf, T., Abdeljalil, W., &amp; Larabi, S. (2024). An Embedded Intelligent System for Attendance Monitoring. arXiv.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Perwej, Y., Trivedi, A., Tripathi, C. M., &amp; Srivastava, A. K. (2022). Face Recognition Based Automated Attendance Management System. International Journal of Scientific Research in Science and Technology.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19C312-46A7-B5AE-EDFC-BD77493E1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28-04-2026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A59297-8895-A47E-628E-FEC747C5B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28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276033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7A84D-FB5F-EDC5-101B-E69C6E844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98FFE-E6E0-C923-6199-D7654F7F1D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4486"/>
            <a:ext cx="10515600" cy="4351338"/>
          </a:xfrm>
        </p:spPr>
        <p:txBody>
          <a:bodyPr/>
          <a:lstStyle/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Jadhav, A., Kamble, D., Rathod, S., &amp; Kumar, S. (2024). Attendance Management System Using Face Recognition. IAES International Journal of Artificial Intelligence.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Kunjir, Y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., Nikalje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V., Thakur, P., et al. (2024). Facial Recognition Attendance System Using AI. International Journal for Research in Applied Science &amp; Engineering Technology (IJRASET).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9E09B4-CF3B-1603-16C2-18C6750D5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28-04-2026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4FB1E3-2664-FA03-4212-ECDD18949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29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927970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 Map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30</a:t>
            </a:fld>
            <a:endParaRPr lang="en-US" altLang="en-US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8526831"/>
              </p:ext>
            </p:extLst>
          </p:nvPr>
        </p:nvGraphicFramePr>
        <p:xfrm>
          <a:off x="838200" y="1210491"/>
          <a:ext cx="10515600" cy="40581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70371" y="901298"/>
            <a:ext cx="6948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0070C0"/>
                </a:solidFill>
              </a:rPr>
              <a:t>Note: Write in the below table what u will be achieving in each review</a:t>
            </a:r>
          </a:p>
        </p:txBody>
      </p:sp>
    </p:spTree>
    <p:extLst>
      <p:ext uri="{BB962C8B-B14F-4D97-AF65-F5344CB8AC3E}">
        <p14:creationId xmlns:p14="http://schemas.microsoft.com/office/powerpoint/2010/main" val="349710023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31</a:t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08" y="1061297"/>
            <a:ext cx="10515600" cy="4351338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https://github.com/tejaswinireddy3232-blip/Internship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2137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marL="0" indent="0" algn="ctr">
              <a:buNone/>
            </a:pPr>
            <a:endParaRPr lang="en-US" sz="66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6600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  <a:p>
            <a:pPr marL="0" indent="0" algn="ctr">
              <a:buNone/>
            </a:pP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32</a:t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 descr="bd04924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54658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33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6605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7392</TotalTime>
  <Words>1887</Words>
  <Application>Microsoft Office PowerPoint</Application>
  <PresentationFormat>Widescreen</PresentationFormat>
  <Paragraphs>316</Paragraphs>
  <Slides>33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1" baseType="lpstr">
      <vt:lpstr>Arial</vt:lpstr>
      <vt:lpstr>Calibri</vt:lpstr>
      <vt:lpstr>Calibri Light</vt:lpstr>
      <vt:lpstr>Cambria</vt:lpstr>
      <vt:lpstr>Times New Roman</vt:lpstr>
      <vt:lpstr>Verdana</vt:lpstr>
      <vt:lpstr>Wingdings</vt:lpstr>
      <vt:lpstr>Office Theme</vt:lpstr>
      <vt:lpstr>PowerPoint Presentation</vt:lpstr>
      <vt:lpstr>Content</vt:lpstr>
      <vt:lpstr>About Company or Organization</vt:lpstr>
      <vt:lpstr>Working domain or the technology</vt:lpstr>
      <vt:lpstr>About your team and reporting Manager</vt:lpstr>
      <vt:lpstr>Challenges Faced in Internship</vt:lpstr>
      <vt:lpstr>Objectives of the work</vt:lpstr>
      <vt:lpstr>Literature Review</vt:lpstr>
      <vt:lpstr>Proposed System / Work</vt:lpstr>
      <vt:lpstr>Problem Statement</vt:lpstr>
      <vt:lpstr>System Requirements</vt:lpstr>
      <vt:lpstr>Advantages of Proposed System/Work</vt:lpstr>
      <vt:lpstr>System Design</vt:lpstr>
      <vt:lpstr>Algorithm</vt:lpstr>
      <vt:lpstr>Algorithm</vt:lpstr>
      <vt:lpstr>Algorithm</vt:lpstr>
      <vt:lpstr>Algorithm</vt:lpstr>
      <vt:lpstr>System Implementation (At least 80%)</vt:lpstr>
      <vt:lpstr>System Implementation (At least 80%)</vt:lpstr>
      <vt:lpstr>System Execution</vt:lpstr>
      <vt:lpstr>System Implementation (At least 80%)</vt:lpstr>
      <vt:lpstr>System Execution</vt:lpstr>
      <vt:lpstr>System Implementation (At least 80%)</vt:lpstr>
      <vt:lpstr>System Execution</vt:lpstr>
      <vt:lpstr>System Execution</vt:lpstr>
      <vt:lpstr>System Testing</vt:lpstr>
      <vt:lpstr>Conclusion</vt:lpstr>
      <vt:lpstr>References</vt:lpstr>
      <vt:lpstr>References</vt:lpstr>
      <vt:lpstr>Internship Road Map</vt:lpstr>
      <vt:lpstr>Github Link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Gopalakrishnan N-Asst. Prof-CIV</dc:creator>
  <cp:lastModifiedBy>TEJASHWINI B V</cp:lastModifiedBy>
  <cp:revision>734</cp:revision>
  <dcterms:created xsi:type="dcterms:W3CDTF">2022-10-14T07:18:17Z</dcterms:created>
  <dcterms:modified xsi:type="dcterms:W3CDTF">2026-04-28T10:17:33Z</dcterms:modified>
</cp:coreProperties>
</file>