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7" r:id="rId9"/>
    <p:sldId id="272" r:id="rId10"/>
    <p:sldId id="273" r:id="rId11"/>
    <p:sldId id="274" r:id="rId12"/>
    <p:sldId id="27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4660"/>
  </p:normalViewPr>
  <p:slideViewPr>
    <p:cSldViewPr snapToGrid="0">
      <p:cViewPr varScale="1">
        <p:scale>
          <a:sx n="89" d="100"/>
          <a:sy n="89" d="100"/>
        </p:scale>
        <p:origin x="59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   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29E68364-BC8C-44FE-A9DA-C957062E57F8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Complete system deployment</a:t>
          </a:r>
        </a:p>
      </dgm:t>
    </dgm:pt>
    <dgm:pt modelId="{B3796A95-AAB2-4CF0-A9E2-77C714ACDD25}" type="parTrans" cxnId="{21625A9D-528E-4623-92FA-0231A9906EB6}">
      <dgm:prSet/>
      <dgm:spPr/>
      <dgm:t>
        <a:bodyPr/>
        <a:lstStyle/>
        <a:p>
          <a:endParaRPr lang="en-IN"/>
        </a:p>
      </dgm:t>
    </dgm:pt>
    <dgm:pt modelId="{818D3A97-E8D9-4D63-AD7F-E58FC20B7318}" type="sibTrans" cxnId="{21625A9D-528E-4623-92FA-0231A9906EB6}">
      <dgm:prSet/>
      <dgm:spPr/>
      <dgm:t>
        <a:bodyPr/>
        <a:lstStyle/>
        <a:p>
          <a:endParaRPr lang="en-IN"/>
        </a:p>
      </dgm:t>
    </dgm:pt>
    <dgm:pt modelId="{C800FB32-20B9-46F9-918D-5A12D4B3E631}">
      <dgm:prSet/>
      <dgm:spPr/>
      <dgm:t>
        <a:bodyPr/>
        <a:lstStyle/>
        <a:p>
          <a:r>
            <a:rPr lang="en-US" dirty="0"/>
            <a:t>Integrating frontend with backend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D30656-F59F-413F-B3C4-F676DE7EF8A7}" type="parTrans" cxnId="{FB9AF4FC-3E59-4F39-AFE9-7CCCB3A0B895}">
      <dgm:prSet/>
      <dgm:spPr/>
      <dgm:t>
        <a:bodyPr/>
        <a:lstStyle/>
        <a:p>
          <a:endParaRPr lang="en-IN"/>
        </a:p>
      </dgm:t>
    </dgm:pt>
    <dgm:pt modelId="{C5466765-F9E9-403A-B6B0-E6C2C6954D3A}" type="sibTrans" cxnId="{FB9AF4FC-3E59-4F39-AFE9-7CCCB3A0B895}">
      <dgm:prSet/>
      <dgm:spPr/>
      <dgm:t>
        <a:bodyPr/>
        <a:lstStyle/>
        <a:p>
          <a:endParaRPr lang="en-IN"/>
        </a:p>
      </dgm:t>
    </dgm:pt>
    <dgm:pt modelId="{6882301C-3190-483A-A351-BC0786D3606C}">
      <dgm:prSet phldrT="[Text]" phldr="0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9635B6-30B7-4257-AEF4-426BB482192C}" type="parTrans" cxnId="{E369604B-7F51-4023-B644-0BB2F4CF7AD3}">
      <dgm:prSet/>
      <dgm:spPr/>
      <dgm:t>
        <a:bodyPr/>
        <a:lstStyle/>
        <a:p>
          <a:endParaRPr lang="en-IN"/>
        </a:p>
      </dgm:t>
    </dgm:pt>
    <dgm:pt modelId="{4BDEC411-3B1E-4E90-930B-033D78B8ECFC}" type="sibTrans" cxnId="{E369604B-7F51-4023-B644-0BB2F4CF7AD3}">
      <dgm:prSet/>
      <dgm:spPr/>
      <dgm:t>
        <a:bodyPr/>
        <a:lstStyle/>
        <a:p>
          <a:endParaRPr lang="en-IN"/>
        </a:p>
      </dgm:t>
    </dgm:pt>
    <dgm:pt modelId="{9C22493C-8365-49B6-A383-098DA8AE13B0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</dgm:t>
    </dgm:pt>
    <dgm:pt modelId="{55F012F0-9281-4E89-94C9-C8845956071E}" type="parTrans" cxnId="{987208D6-108C-4C31-B5EF-9738A7264867}">
      <dgm:prSet/>
      <dgm:spPr/>
      <dgm:t>
        <a:bodyPr/>
        <a:lstStyle/>
        <a:p>
          <a:endParaRPr lang="en-IN"/>
        </a:p>
      </dgm:t>
    </dgm:pt>
    <dgm:pt modelId="{125D2601-1B5A-4CD6-B5EE-1DB12B37A807}" type="sibTrans" cxnId="{987208D6-108C-4C31-B5EF-9738A7264867}">
      <dgm:prSet/>
      <dgm:spPr/>
      <dgm:t>
        <a:bodyPr/>
        <a:lstStyle/>
        <a:p>
          <a:endParaRPr lang="en-IN"/>
        </a:p>
      </dgm:t>
    </dgm:pt>
    <dgm:pt modelId="{4742869A-51C3-40E5-9628-162D1C6E0845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</dgm:t>
    </dgm:pt>
    <dgm:pt modelId="{A052B0C3-D366-4796-9499-8E8A648242C4}" type="parTrans" cxnId="{6976A0CF-DBA7-4ED2-8A17-2954F1161E01}">
      <dgm:prSet/>
      <dgm:spPr/>
      <dgm:t>
        <a:bodyPr/>
        <a:lstStyle/>
        <a:p>
          <a:endParaRPr lang="en-IN"/>
        </a:p>
      </dgm:t>
    </dgm:pt>
    <dgm:pt modelId="{462168D2-DEBE-4299-B13C-AB650C6C76E0}" type="sibTrans" cxnId="{6976A0CF-DBA7-4ED2-8A17-2954F1161E01}">
      <dgm:prSet/>
      <dgm:spPr/>
      <dgm:t>
        <a:bodyPr/>
        <a:lstStyle/>
        <a:p>
          <a:endParaRPr lang="en-IN"/>
        </a:p>
      </dgm:t>
    </dgm:pt>
    <dgm:pt modelId="{A0549BDC-8119-4323-BCE9-2E7E89CF24C2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C7D096C9-E11E-4835-BB81-A91C21C62806}" type="parTrans" cxnId="{FF744C23-40A7-4155-8DC5-E9DE07470D1C}">
      <dgm:prSet/>
      <dgm:spPr/>
      <dgm:t>
        <a:bodyPr/>
        <a:lstStyle/>
        <a:p>
          <a:endParaRPr lang="en-IN"/>
        </a:p>
      </dgm:t>
    </dgm:pt>
    <dgm:pt modelId="{0820763C-FCCF-443D-9300-2AE07D3721CA}" type="sibTrans" cxnId="{FF744C23-40A7-4155-8DC5-E9DE07470D1C}">
      <dgm:prSet/>
      <dgm:spPr/>
      <dgm:t>
        <a:bodyPr/>
        <a:lstStyle/>
        <a:p>
          <a:endParaRPr lang="en-IN"/>
        </a:p>
      </dgm:t>
    </dgm:pt>
    <dgm:pt modelId="{37E428F3-AE72-41A4-8665-AC834491C040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D7F891EA-BFBD-4CFF-B931-5369BFA2E4F9}" type="parTrans" cxnId="{CD07DF36-31AA-44AA-8960-992A47E9F397}">
      <dgm:prSet/>
      <dgm:spPr/>
      <dgm:t>
        <a:bodyPr/>
        <a:lstStyle/>
        <a:p>
          <a:endParaRPr lang="en-IN"/>
        </a:p>
      </dgm:t>
    </dgm:pt>
    <dgm:pt modelId="{A09E6073-DBA5-40EB-99B8-DBEF71C08C93}" type="sibTrans" cxnId="{CD07DF36-31AA-44AA-8960-992A47E9F397}">
      <dgm:prSet/>
      <dgm:spPr/>
      <dgm:t>
        <a:bodyPr/>
        <a:lstStyle/>
        <a:p>
          <a:endParaRPr lang="en-IN"/>
        </a:p>
      </dgm:t>
    </dgm:pt>
    <dgm:pt modelId="{07A51860-6668-4B7B-9E2E-48165EA1B89F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971CD60C-D7F6-49C3-8916-5D3ECA43DD82}" type="parTrans" cxnId="{BD40D926-FB60-410D-A523-74E66F83366C}">
      <dgm:prSet/>
      <dgm:spPr/>
      <dgm:t>
        <a:bodyPr/>
        <a:lstStyle/>
        <a:p>
          <a:endParaRPr lang="en-IN"/>
        </a:p>
      </dgm:t>
    </dgm:pt>
    <dgm:pt modelId="{3706E756-D709-420C-B5FA-2F344F3B0F43}" type="sibTrans" cxnId="{BD40D926-FB60-410D-A523-74E66F83366C}">
      <dgm:prSet/>
      <dgm:spPr/>
      <dgm:t>
        <a:bodyPr/>
        <a:lstStyle/>
        <a:p>
          <a:endParaRPr lang="en-IN"/>
        </a:p>
      </dgm:t>
    </dgm:pt>
    <dgm:pt modelId="{CC502A2A-8792-49A2-AFBC-F9B01BDE725B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</dgm:t>
    </dgm:pt>
    <dgm:pt modelId="{E7A460BA-5D10-4A13-9AE0-6173710D7FE8}" type="parTrans" cxnId="{D94447F3-3BB1-4B9E-9B29-3DE5B9F34200}">
      <dgm:prSet/>
      <dgm:spPr/>
      <dgm:t>
        <a:bodyPr/>
        <a:lstStyle/>
        <a:p>
          <a:endParaRPr lang="en-IN"/>
        </a:p>
      </dgm:t>
    </dgm:pt>
    <dgm:pt modelId="{105D7FC1-5A55-4F6F-A291-F88C759EFD31}" type="sibTrans" cxnId="{D94447F3-3BB1-4B9E-9B29-3DE5B9F34200}">
      <dgm:prSet/>
      <dgm:spPr/>
      <dgm:t>
        <a:bodyPr/>
        <a:lstStyle/>
        <a:p>
          <a:endParaRPr lang="en-IN"/>
        </a:p>
      </dgm:t>
    </dgm:pt>
    <dgm:pt modelId="{D2812171-7EFD-4301-8E18-FDAC86467EED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</dgm:t>
    </dgm:pt>
    <dgm:pt modelId="{16666CFF-8F43-421D-8605-3D522FDBD2BB}" type="parTrans" cxnId="{4F5D7E34-B640-4F33-BDD9-BA95D7FA821D}">
      <dgm:prSet/>
      <dgm:spPr/>
      <dgm:t>
        <a:bodyPr/>
        <a:lstStyle/>
        <a:p>
          <a:endParaRPr lang="en-IN"/>
        </a:p>
      </dgm:t>
    </dgm:pt>
    <dgm:pt modelId="{0FEC8407-94B9-4CA8-A10F-B57B6E81A65F}" type="sibTrans" cxnId="{4F5D7E34-B640-4F33-BDD9-BA95D7FA821D}">
      <dgm:prSet/>
      <dgm:spPr/>
      <dgm:t>
        <a:bodyPr/>
        <a:lstStyle/>
        <a:p>
          <a:endParaRPr lang="en-IN"/>
        </a:p>
      </dgm:t>
    </dgm:pt>
    <dgm:pt modelId="{DDB09E9E-F013-451F-AAA0-8D9827997DCA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F8B03991-E281-4B9B-8CA3-2294C1C22714}" type="parTrans" cxnId="{C3010DA9-1509-4149-93E9-AD4C11A04189}">
      <dgm:prSet/>
      <dgm:spPr/>
      <dgm:t>
        <a:bodyPr/>
        <a:lstStyle/>
        <a:p>
          <a:endParaRPr lang="en-IN"/>
        </a:p>
      </dgm:t>
    </dgm:pt>
    <dgm:pt modelId="{4B999D28-0C4E-42B1-BF01-EE9EE68D9F1E}" type="sibTrans" cxnId="{C3010DA9-1509-4149-93E9-AD4C11A04189}">
      <dgm:prSet/>
      <dgm:spPr/>
      <dgm:t>
        <a:bodyPr/>
        <a:lstStyle/>
        <a:p>
          <a:endParaRPr lang="en-IN"/>
        </a:p>
      </dgm:t>
    </dgm:pt>
    <dgm:pt modelId="{47725BA4-053C-4A38-BDD8-A7D3D96210A0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</dgm:t>
    </dgm:pt>
    <dgm:pt modelId="{B3448AFD-33C5-4D12-BA04-B03178D20BF3}" type="parTrans" cxnId="{FDB86B7C-151B-4FCD-894A-1ABB0F76FDAF}">
      <dgm:prSet/>
      <dgm:spPr/>
      <dgm:t>
        <a:bodyPr/>
        <a:lstStyle/>
        <a:p>
          <a:endParaRPr lang="en-IN"/>
        </a:p>
      </dgm:t>
    </dgm:pt>
    <dgm:pt modelId="{0D0F7601-9FB5-4F86-A4D2-AF719D469CF0}" type="sibTrans" cxnId="{FDB86B7C-151B-4FCD-894A-1ABB0F76FDAF}">
      <dgm:prSet/>
      <dgm:spPr/>
      <dgm:t>
        <a:bodyPr/>
        <a:lstStyle/>
        <a:p>
          <a:endParaRPr lang="en-IN"/>
        </a:p>
      </dgm:t>
    </dgm:pt>
    <dgm:pt modelId="{B33C49DC-598D-451C-9BAF-CD52DD830C1A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Developing backend using Flask</a:t>
          </a:r>
        </a:p>
      </dgm:t>
    </dgm:pt>
    <dgm:pt modelId="{738C8DDA-0728-47F4-B40B-66243EC93CCF}" type="parTrans" cxnId="{86C325E3-5096-4C76-8FBC-E099A9DA7A11}">
      <dgm:prSet/>
      <dgm:spPr/>
      <dgm:t>
        <a:bodyPr/>
        <a:lstStyle/>
        <a:p>
          <a:endParaRPr lang="en-IN"/>
        </a:p>
      </dgm:t>
    </dgm:pt>
    <dgm:pt modelId="{EDEC2123-62EE-4C91-8F97-F69E472C06F0}" type="sibTrans" cxnId="{86C325E3-5096-4C76-8FBC-E099A9DA7A11}">
      <dgm:prSet/>
      <dgm:spPr/>
      <dgm:t>
        <a:bodyPr/>
        <a:lstStyle/>
        <a:p>
          <a:endParaRPr lang="en-IN"/>
        </a:p>
      </dgm:t>
    </dgm:pt>
    <dgm:pt modelId="{90E69FEB-4BD9-4049-8C2E-6DAF6A7895BD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Creating frontend using React</a:t>
          </a:r>
        </a:p>
      </dgm:t>
    </dgm:pt>
    <dgm:pt modelId="{A9721264-66FD-4A58-A95D-9296FF881DBF}" type="parTrans" cxnId="{F228CC56-B161-4033-BEAC-C67887FC0277}">
      <dgm:prSet/>
      <dgm:spPr/>
      <dgm:t>
        <a:bodyPr/>
        <a:lstStyle/>
        <a:p>
          <a:endParaRPr lang="en-IN"/>
        </a:p>
      </dgm:t>
    </dgm:pt>
    <dgm:pt modelId="{D9121EE9-0DD2-4518-9DD2-550F0E6E7DA1}" type="sibTrans" cxnId="{F228CC56-B161-4033-BEAC-C67887FC0277}">
      <dgm:prSet/>
      <dgm:spPr/>
      <dgm:t>
        <a:bodyPr/>
        <a:lstStyle/>
        <a:p>
          <a:endParaRPr lang="en-IN"/>
        </a:p>
      </dgm:t>
    </dgm:pt>
    <dgm:pt modelId="{1234B5F7-3426-4E79-BC68-293B7625E6B7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</dgm:t>
    </dgm:pt>
    <dgm:pt modelId="{C961A48F-AD67-4E84-ADDE-1DC64AE53FBF}" type="parTrans" cxnId="{A770EEBD-476C-4AE7-A1A1-99DA1EDC79C0}">
      <dgm:prSet/>
      <dgm:spPr/>
      <dgm:t>
        <a:bodyPr/>
        <a:lstStyle/>
        <a:p>
          <a:endParaRPr lang="en-IN"/>
        </a:p>
      </dgm:t>
    </dgm:pt>
    <dgm:pt modelId="{BC6D30B4-99C7-46EF-A741-166FD9539125}" type="sibTrans" cxnId="{A770EEBD-476C-4AE7-A1A1-99DA1EDC79C0}">
      <dgm:prSet/>
      <dgm:spPr/>
      <dgm:t>
        <a:bodyPr/>
        <a:lstStyle/>
        <a:p>
          <a:endParaRPr lang="en-IN"/>
        </a:p>
      </dgm:t>
    </dgm:pt>
    <dgm:pt modelId="{F0A186C8-97F6-44F6-8B8B-96EFD4AE48A3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Git Hub repository setup</a:t>
          </a:r>
        </a:p>
      </dgm:t>
    </dgm:pt>
    <dgm:pt modelId="{1B2D8DB5-6AD2-4592-BB1B-60F1A1BF07E0}" type="parTrans" cxnId="{7D18B5C3-0537-48C5-BFB1-D7C193CDA238}">
      <dgm:prSet/>
      <dgm:spPr/>
      <dgm:t>
        <a:bodyPr/>
        <a:lstStyle/>
        <a:p>
          <a:endParaRPr lang="en-IN"/>
        </a:p>
      </dgm:t>
    </dgm:pt>
    <dgm:pt modelId="{89431B4F-7DD3-447C-966B-E231933C789D}" type="sibTrans" cxnId="{7D18B5C3-0537-48C5-BFB1-D7C193CDA238}">
      <dgm:prSet/>
      <dgm:spPr/>
      <dgm:t>
        <a:bodyPr/>
        <a:lstStyle/>
        <a:p>
          <a:endParaRPr lang="en-IN"/>
        </a:p>
      </dgm:t>
    </dgm:pt>
    <dgm:pt modelId="{BD1DF9DB-DF49-4E87-A559-8DDC0A366454}">
      <dgm:prSet/>
      <dgm:spPr/>
      <dgm:t>
        <a:bodyPr/>
        <a:lstStyle/>
        <a:p>
          <a:r>
            <a:rPr lang="en-US" dirty="0"/>
            <a:t>Implementing live camera recognition</a:t>
          </a:r>
        </a:p>
      </dgm:t>
    </dgm:pt>
    <dgm:pt modelId="{579E16E9-7E4D-4011-81F3-602F5AFBA395}" type="parTrans" cxnId="{99978668-9461-4B00-A950-702BAD3A04FE}">
      <dgm:prSet/>
      <dgm:spPr/>
      <dgm:t>
        <a:bodyPr/>
        <a:lstStyle/>
        <a:p>
          <a:endParaRPr lang="en-IN"/>
        </a:p>
      </dgm:t>
    </dgm:pt>
    <dgm:pt modelId="{21D91302-FDD4-46F2-8978-1BB3A792147F}" type="sibTrans" cxnId="{99978668-9461-4B00-A950-702BAD3A04FE}">
      <dgm:prSet/>
      <dgm:spPr/>
      <dgm:t>
        <a:bodyPr/>
        <a:lstStyle/>
        <a:p>
          <a:endParaRPr lang="en-IN"/>
        </a:p>
      </dgm:t>
    </dgm:pt>
    <dgm:pt modelId="{E6B35C8F-56A6-4A15-A620-01E3577E9996}">
      <dgm:prSet/>
      <dgm:spPr/>
      <dgm:t>
        <a:bodyPr/>
        <a:lstStyle/>
        <a:p>
          <a:r>
            <a:rPr lang="en-US" dirty="0"/>
            <a:t>Testing face detection and attendance marking</a:t>
          </a:r>
        </a:p>
      </dgm:t>
    </dgm:pt>
    <dgm:pt modelId="{6B3DFB7C-742B-4B76-B0CE-48CF7C7D35FC}" type="parTrans" cxnId="{6E08C18A-631C-4F3D-B538-09B05715625D}">
      <dgm:prSet/>
      <dgm:spPr/>
      <dgm:t>
        <a:bodyPr/>
        <a:lstStyle/>
        <a:p>
          <a:endParaRPr lang="en-IN"/>
        </a:p>
      </dgm:t>
    </dgm:pt>
    <dgm:pt modelId="{3EB2016A-A636-40BB-832E-2AC560C8060F}" type="sibTrans" cxnId="{6E08C18A-631C-4F3D-B538-09B05715625D}">
      <dgm:prSet/>
      <dgm:spPr/>
      <dgm:t>
        <a:bodyPr/>
        <a:lstStyle/>
        <a:p>
          <a:endParaRPr lang="en-IN"/>
        </a:p>
      </dgm:t>
    </dgm:pt>
    <dgm:pt modelId="{1C375E77-9DCC-46C3-8793-8760D0951154}">
      <dgm:prSet/>
      <dgm:spPr/>
      <dgm:t>
        <a:bodyPr/>
        <a:lstStyle/>
        <a:p>
          <a:r>
            <a:rPr lang="en-US" dirty="0"/>
            <a:t>Improving accuracy and performance</a:t>
          </a:r>
        </a:p>
      </dgm:t>
    </dgm:pt>
    <dgm:pt modelId="{88FFEFAE-6C10-47B6-A1EB-5EE9C523F34E}" type="parTrans" cxnId="{75EFDDEF-6500-43A4-BB0C-27BFFF3E9E88}">
      <dgm:prSet/>
      <dgm:spPr/>
      <dgm:t>
        <a:bodyPr/>
        <a:lstStyle/>
        <a:p>
          <a:endParaRPr lang="en-IN"/>
        </a:p>
      </dgm:t>
    </dgm:pt>
    <dgm:pt modelId="{9FFE9A3B-49F3-46EB-B723-22EF4E5DDC5E}" type="sibTrans" cxnId="{75EFDDEF-6500-43A4-BB0C-27BFFF3E9E88}">
      <dgm:prSet/>
      <dgm:spPr/>
      <dgm:t>
        <a:bodyPr/>
        <a:lstStyle/>
        <a:p>
          <a:endParaRPr lang="en-IN"/>
        </a:p>
      </dgm:t>
    </dgm:pt>
    <dgm:pt modelId="{8EF7C07F-D390-41E3-8E10-AD65175C1364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Final testing and validation</a:t>
          </a:r>
        </a:p>
      </dgm:t>
    </dgm:pt>
    <dgm:pt modelId="{CCE6E6E9-DDD3-4E3F-83CC-DCE650A1401E}" type="parTrans" cxnId="{54904B85-B935-4702-903F-8737627A3346}">
      <dgm:prSet/>
      <dgm:spPr/>
      <dgm:t>
        <a:bodyPr/>
        <a:lstStyle/>
        <a:p>
          <a:endParaRPr lang="en-IN"/>
        </a:p>
      </dgm:t>
    </dgm:pt>
    <dgm:pt modelId="{39179C3A-7300-49B6-8663-F6742F2BA13A}" type="sibTrans" cxnId="{54904B85-B935-4702-903F-8737627A3346}">
      <dgm:prSet/>
      <dgm:spPr/>
      <dgm:t>
        <a:bodyPr/>
        <a:lstStyle/>
        <a:p>
          <a:endParaRPr lang="en-IN"/>
        </a:p>
      </dgm:t>
    </dgm:pt>
    <dgm:pt modelId="{C4451D15-D8E2-4116-A5F6-B6F8E0F2E37E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Project demonstration</a:t>
          </a:r>
        </a:p>
      </dgm:t>
    </dgm:pt>
    <dgm:pt modelId="{226CFC72-8BB7-47FE-991E-9664D6E46707}" type="parTrans" cxnId="{C4110677-528B-4E61-8B01-A0180D6355AE}">
      <dgm:prSet/>
      <dgm:spPr/>
      <dgm:t>
        <a:bodyPr/>
        <a:lstStyle/>
        <a:p>
          <a:endParaRPr lang="en-IN"/>
        </a:p>
      </dgm:t>
    </dgm:pt>
    <dgm:pt modelId="{BC51CA96-F681-42B0-B33A-8AE65E117A53}" type="sibTrans" cxnId="{C4110677-528B-4E61-8B01-A0180D6355AE}">
      <dgm:prSet/>
      <dgm:spPr/>
      <dgm:t>
        <a:bodyPr/>
        <a:lstStyle/>
        <a:p>
          <a:endParaRPr lang="en-IN"/>
        </a:p>
      </dgm:t>
    </dgm:pt>
    <dgm:pt modelId="{049D95C2-ACBD-48B6-9262-3A4AB000CA6B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Final report submission</a:t>
          </a:r>
        </a:p>
      </dgm:t>
    </dgm:pt>
    <dgm:pt modelId="{F015B685-D5DF-4651-B1EB-42A88729EA63}" type="parTrans" cxnId="{C97808E1-9B6D-4756-B016-6E01A77FC82B}">
      <dgm:prSet/>
      <dgm:spPr/>
      <dgm:t>
        <a:bodyPr/>
        <a:lstStyle/>
        <a:p>
          <a:endParaRPr lang="en-IN"/>
        </a:p>
      </dgm:t>
    </dgm:pt>
    <dgm:pt modelId="{41F99774-4B66-4CE5-A556-F549B1BF2F6B}" type="sibTrans" cxnId="{C97808E1-9B6D-4756-B016-6E01A77FC82B}">
      <dgm:prSet/>
      <dgm:spPr/>
      <dgm:t>
        <a:bodyPr/>
        <a:lstStyle/>
        <a:p>
          <a:endParaRPr lang="en-IN"/>
        </a:p>
      </dgm:t>
    </dgm:pt>
    <dgm:pt modelId="{4FD1C168-C535-48F5-A5A1-46619DA69FD0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Internship completion</a:t>
          </a:r>
          <a:endParaRPr lang="en-IN"/>
        </a:p>
      </dgm:t>
    </dgm:pt>
    <dgm:pt modelId="{01279818-083C-4BA5-9747-FF25F15D293D}" type="parTrans" cxnId="{7250DF1F-5EBA-4513-997C-9FE152F28B15}">
      <dgm:prSet/>
      <dgm:spPr/>
      <dgm:t>
        <a:bodyPr/>
        <a:lstStyle/>
        <a:p>
          <a:endParaRPr lang="en-IN"/>
        </a:p>
      </dgm:t>
    </dgm:pt>
    <dgm:pt modelId="{8378B3A4-FEC5-4764-9052-1BE59A3E3719}" type="sibTrans" cxnId="{7250DF1F-5EBA-4513-997C-9FE152F28B1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2FD9B046-0B1D-49ED-A611-A13D4592BF3C}" type="pres">
      <dgm:prSet presAssocID="{6882301C-3190-483A-A351-BC0786D3606C}" presName="ChildAccent5" presStyleCnt="0"/>
      <dgm:spPr/>
    </dgm:pt>
    <dgm:pt modelId="{F1CD3D93-C5EE-4335-B7A8-FB66C140F95E}" type="pres">
      <dgm:prSet presAssocID="{6882301C-3190-483A-A351-BC0786D3606C}" presName="ChildAccent" presStyleLbl="alignImgPlace1" presStyleIdx="0" presStyleCnt="5" custLinFactNeighborX="2890" custLinFactNeighborY="-853"/>
      <dgm:spPr/>
    </dgm:pt>
    <dgm:pt modelId="{A1924423-628B-4B10-9239-47ED57A01FF1}" type="pres">
      <dgm:prSet presAssocID="{6882301C-3190-483A-A351-BC0786D3606C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46F5200-73B2-4053-9B0D-9E27E770C731}" type="pres">
      <dgm:prSet presAssocID="{6882301C-3190-483A-A351-BC0786D3606C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0B03F0E0-41CA-4A65-AE01-3D880AB87C75}" type="pres">
      <dgm:prSet presAssocID="{5E92505A-51E0-4F78-B3C5-704ACF8710DE}" presName="ChildAccent4" presStyleCnt="0"/>
      <dgm:spPr/>
    </dgm:pt>
    <dgm:pt modelId="{CA350217-B4C0-43A1-87F9-67CE2C791735}" type="pres">
      <dgm:prSet presAssocID="{5E92505A-51E0-4F78-B3C5-704ACF8710DE}" presName="ChildAccent" presStyleLbl="alignImgPlace1" presStyleIdx="1" presStyleCnt="5"/>
      <dgm:spPr/>
    </dgm:pt>
    <dgm:pt modelId="{CF5F0EA6-36A5-41B5-8AEA-4C7055444474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0CD3EAA-5C64-48CE-8C59-5A7456E1AEB9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3350576E-50D0-40CA-AE01-D42095CD2FF4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8DADD752-F40A-48D2-A7CE-211D86AFC8D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E6B640E-B047-4836-8742-F5BB6FFBB434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02BAA599-A8CF-4B50-982C-AF579728E09E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294C3C7F-9D20-439C-8B61-11304C6464FE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E9EF3D7-4767-4F59-8DEC-FDF4899C6DA9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6D14FA0E-D7A1-4016-9D84-EB9F6BC57C0E}" type="presOf" srcId="{BD1DF9DB-DF49-4E87-A559-8DDC0A366454}" destId="{CF5F0EA6-36A5-41B5-8AEA-4C7055444474}" srcOrd="1" destOrd="1" presId="urn:microsoft.com/office/officeart/2011/layout/InterconnectedBlockProcess"/>
    <dgm:cxn modelId="{9A2E200F-A428-42CD-ABF8-A0E4A8423786}" type="presOf" srcId="{37E428F3-AE72-41A4-8665-AC834491C040}" destId="{A134CDD1-D85F-44EF-8BEE-9F99A855C1E6}" srcOrd="0" destOrd="0" presId="urn:microsoft.com/office/officeart/2011/layout/InterconnectedBlockProcess"/>
    <dgm:cxn modelId="{03701716-91A7-4D18-9385-23A5F3141E2E}" type="presOf" srcId="{CC502A2A-8792-49A2-AFBC-F9B01BDE725B}" destId="{06F8D57B-EDF4-4CF4-8700-DC2CA3E3028E}" srcOrd="0" destOrd="1" presId="urn:microsoft.com/office/officeart/2011/layout/InterconnectedBlockProcess"/>
    <dgm:cxn modelId="{E3DA761C-CD61-4EF7-8771-A167E88B647F}" type="presOf" srcId="{4742869A-51C3-40E5-9628-162D1C6E0845}" destId="{A134CDD1-D85F-44EF-8BEE-9F99A855C1E6}" srcOrd="0" destOrd="2" presId="urn:microsoft.com/office/officeart/2011/layout/InterconnectedBlockProcess"/>
    <dgm:cxn modelId="{7250DF1F-5EBA-4513-997C-9FE152F28B15}" srcId="{6882301C-3190-483A-A351-BC0786D3606C}" destId="{4FD1C168-C535-48F5-A5A1-46619DA69FD0}" srcOrd="4" destOrd="0" parTransId="{01279818-083C-4BA5-9747-FF25F15D293D}" sibTransId="{8378B3A4-FEC5-4764-9052-1BE59A3E3719}"/>
    <dgm:cxn modelId="{C1B05822-A7A0-4DE2-947A-EADF25C173E4}" type="presOf" srcId="{C800FB32-20B9-46F9-918D-5A12D4B3E631}" destId="{CA350217-B4C0-43A1-87F9-67CE2C791735}" srcOrd="0" destOrd="0" presId="urn:microsoft.com/office/officeart/2011/layout/InterconnectedBlockProcess"/>
    <dgm:cxn modelId="{FF744C23-40A7-4155-8DC5-E9DE07470D1C}" srcId="{988D96B0-D16E-4763-B393-84178CF4FF50}" destId="{A0549BDC-8119-4323-BCE9-2E7E89CF24C2}" srcOrd="3" destOrd="0" parTransId="{C7D096C9-E11E-4835-BB81-A91C21C62806}" sibTransId="{0820763C-FCCF-443D-9300-2AE07D3721CA}"/>
    <dgm:cxn modelId="{A07F1E26-1E22-4392-B676-527A8D3607B2}" type="presOf" srcId="{47725BA4-053C-4A38-BDD8-A7D3D96210A0}" destId="{8DADD752-F40A-48D2-A7CE-211D86AFC8D5}" srcOrd="1" destOrd="0" presId="urn:microsoft.com/office/officeart/2011/layout/InterconnectedBlockProcess"/>
    <dgm:cxn modelId="{BD40D926-FB60-410D-A523-74E66F83366C}" srcId="{7B3055AA-BF7C-46D0-9A9E-60087B9F57B4}" destId="{07A51860-6668-4B7B-9E2E-48165EA1B89F}" srcOrd="0" destOrd="0" parTransId="{971CD60C-D7F6-49C3-8916-5D3ECA43DD82}" sibTransId="{3706E756-D709-420C-B5FA-2F344F3B0F43}"/>
    <dgm:cxn modelId="{0CFB5D2A-DB8E-4536-987F-5D41B982180C}" type="presOf" srcId="{6882301C-3190-483A-A351-BC0786D3606C}" destId="{246F5200-73B2-4053-9B0D-9E27E770C731}" srcOrd="0" destOrd="0" presId="urn:microsoft.com/office/officeart/2011/layout/InterconnectedBlockProcess"/>
    <dgm:cxn modelId="{088B5E34-45BF-451E-8447-22A5D7871691}" type="presOf" srcId="{47725BA4-053C-4A38-BDD8-A7D3D96210A0}" destId="{2532504F-5FE1-4C97-B485-F05E8885EACC}" srcOrd="0" destOrd="0" presId="urn:microsoft.com/office/officeart/2011/layout/InterconnectedBlockProcess"/>
    <dgm:cxn modelId="{4F5D7E34-B640-4F33-BDD9-BA95D7FA821D}" srcId="{7B3055AA-BF7C-46D0-9A9E-60087B9F57B4}" destId="{D2812171-7EFD-4301-8E18-FDAC86467EED}" srcOrd="2" destOrd="0" parTransId="{16666CFF-8F43-421D-8605-3D522FDBD2BB}" sibTransId="{0FEC8407-94B9-4CA8-A10F-B57B6E81A65F}"/>
    <dgm:cxn modelId="{CD07DF36-31AA-44AA-8960-992A47E9F397}" srcId="{988D96B0-D16E-4763-B393-84178CF4FF50}" destId="{37E428F3-AE72-41A4-8665-AC834491C040}" srcOrd="0" destOrd="0" parTransId="{D7F891EA-BFBD-4CFF-B931-5369BFA2E4F9}" sibTransId="{A09E6073-DBA5-40EB-99B8-DBEF71C08C93}"/>
    <dgm:cxn modelId="{1EB8F038-44B0-4469-86B1-5FBFC0BF2055}" type="presOf" srcId="{F0A186C8-97F6-44F6-8B8B-96EFD4AE48A3}" destId="{2532504F-5FE1-4C97-B485-F05E8885EACC}" srcOrd="0" destOrd="4" presId="urn:microsoft.com/office/officeart/2011/layout/InterconnectedBlockProcess"/>
    <dgm:cxn modelId="{74D48639-C8A9-40B2-AC69-C70737E57D42}" type="presOf" srcId="{8EF7C07F-D390-41E3-8E10-AD65175C1364}" destId="{F1CD3D93-C5EE-4335-B7A8-FB66C140F95E}" srcOrd="0" destOrd="1" presId="urn:microsoft.com/office/officeart/2011/layout/InterconnectedBlockProcess"/>
    <dgm:cxn modelId="{7394203A-5516-4DB3-8D1B-AA14AC347DF1}" type="presOf" srcId="{1C375E77-9DCC-46C3-8793-8760D0951154}" destId="{CF5F0EA6-36A5-41B5-8AEA-4C7055444474}" srcOrd="1" destOrd="3" presId="urn:microsoft.com/office/officeart/2011/layout/InterconnectedBlockProcess"/>
    <dgm:cxn modelId="{9D12EC3A-A895-40D4-941F-3B1B1D88A158}" type="presOf" srcId="{8EF7C07F-D390-41E3-8E10-AD65175C1364}" destId="{A1924423-628B-4B10-9239-47ED57A01FF1}" srcOrd="1" destOrd="1" presId="urn:microsoft.com/office/officeart/2011/layout/InterconnectedBlockProcess"/>
    <dgm:cxn modelId="{73DC3F3E-03D9-4629-B279-BB953B842A20}" type="presOf" srcId="{4FD1C168-C535-48F5-A5A1-46619DA69FD0}" destId="{F1CD3D93-C5EE-4335-B7A8-FB66C140F95E}" srcOrd="0" destOrd="4" presId="urn:microsoft.com/office/officeart/2011/layout/InterconnectedBlockProcess"/>
    <dgm:cxn modelId="{289A1440-329E-4232-8AD9-D9942B4AA92F}" type="presOf" srcId="{07A51860-6668-4B7B-9E2E-48165EA1B89F}" destId="{06F8D57B-EDF4-4CF4-8700-DC2CA3E3028E}" srcOrd="0" destOrd="0" presId="urn:microsoft.com/office/officeart/2011/layout/InterconnectedBlockProcess"/>
    <dgm:cxn modelId="{024EFC40-229F-4348-B600-2337A2BECD62}" type="presOf" srcId="{1234B5F7-3426-4E79-BC68-293B7625E6B7}" destId="{2532504F-5FE1-4C97-B485-F05E8885EACC}" srcOrd="0" destOrd="3" presId="urn:microsoft.com/office/officeart/2011/layout/InterconnectedBlockProcess"/>
    <dgm:cxn modelId="{15A7765C-A487-4BE7-AEB2-90FC1E5D66E0}" type="presOf" srcId="{BD1DF9DB-DF49-4E87-A559-8DDC0A366454}" destId="{CA350217-B4C0-43A1-87F9-67CE2C791735}" srcOrd="0" destOrd="1" presId="urn:microsoft.com/office/officeart/2011/layout/InterconnectedBlockProcess"/>
    <dgm:cxn modelId="{E1A07C43-C52B-4FEA-BF19-443F53CDCD26}" type="presOf" srcId="{E6B35C8F-56A6-4A15-A620-01E3577E9996}" destId="{CF5F0EA6-36A5-41B5-8AEA-4C7055444474}" srcOrd="1" destOrd="2" presId="urn:microsoft.com/office/officeart/2011/layout/InterconnectedBlockProcess"/>
    <dgm:cxn modelId="{14A62967-2EB1-4617-82C4-DDFBBF9E4E02}" type="presOf" srcId="{37E428F3-AE72-41A4-8665-AC834491C040}" destId="{1C91D7E3-8940-4A33-9182-677DD5415901}" srcOrd="1" destOrd="0" presId="urn:microsoft.com/office/officeart/2011/layout/InterconnectedBlockProcess"/>
    <dgm:cxn modelId="{B59B8F47-D700-45CB-BFFD-49243718FD50}" type="presOf" srcId="{C800FB32-20B9-46F9-918D-5A12D4B3E631}" destId="{CF5F0EA6-36A5-41B5-8AEA-4C7055444474}" srcOrd="1" destOrd="0" presId="urn:microsoft.com/office/officeart/2011/layout/InterconnectedBlockProcess"/>
    <dgm:cxn modelId="{99978668-9461-4B00-A950-702BAD3A04FE}" srcId="{5E92505A-51E0-4F78-B3C5-704ACF8710DE}" destId="{BD1DF9DB-DF49-4E87-A559-8DDC0A366454}" srcOrd="1" destOrd="0" parTransId="{579E16E9-7E4D-4011-81F3-602F5AFBA395}" sibTransId="{21D91302-FDD4-46F2-8978-1BB3A792147F}"/>
    <dgm:cxn modelId="{97D1D66A-5959-4D8E-8A91-1D4ED751C74C}" type="presOf" srcId="{29E68364-BC8C-44FE-A9DA-C957062E57F8}" destId="{F1CD3D93-C5EE-4335-B7A8-FB66C140F95E}" srcOrd="0" destOrd="0" presId="urn:microsoft.com/office/officeart/2011/layout/InterconnectedBlockProcess"/>
    <dgm:cxn modelId="{E369604B-7F51-4023-B644-0BB2F4CF7AD3}" srcId="{5751524B-FB67-4894-A0C5-35151E149D68}" destId="{6882301C-3190-483A-A351-BC0786D3606C}" srcOrd="4" destOrd="0" parTransId="{E49635B6-30B7-4257-AEF4-426BB482192C}" sibTransId="{4BDEC411-3B1E-4E90-930B-033D78B8ECFC}"/>
    <dgm:cxn modelId="{9166816B-3F10-423E-9303-BCA5FD7AAA4B}" type="presOf" srcId="{DDB09E9E-F013-451F-AAA0-8D9827997DCA}" destId="{06F8D57B-EDF4-4CF4-8700-DC2CA3E3028E}" srcOrd="0" destOrd="3" presId="urn:microsoft.com/office/officeart/2011/layout/InterconnectedBlockProcess"/>
    <dgm:cxn modelId="{EFACC34E-0A99-494F-9E61-9DA6DD0C4D8A}" type="presOf" srcId="{E6B35C8F-56A6-4A15-A620-01E3577E9996}" destId="{CA350217-B4C0-43A1-87F9-67CE2C791735}" srcOrd="0" destOrd="2" presId="urn:microsoft.com/office/officeart/2011/layout/InterconnectedBlockProcess"/>
    <dgm:cxn modelId="{C4EB2D6F-F2B2-4DCC-9237-B0F45279B78C}" type="presOf" srcId="{7B3055AA-BF7C-46D0-9A9E-60087B9F57B4}" destId="{BE9EF3D7-4767-4F59-8DEC-FDF4899C6DA9}" srcOrd="0" destOrd="0" presId="urn:microsoft.com/office/officeart/2011/layout/InterconnectedBlockProcess"/>
    <dgm:cxn modelId="{59BD896F-A8EC-49CE-A3AF-3D6920397E20}" type="presOf" srcId="{A0549BDC-8119-4323-BCE9-2E7E89CF24C2}" destId="{A134CDD1-D85F-44EF-8BEE-9F99A855C1E6}" srcOrd="0" destOrd="3" presId="urn:microsoft.com/office/officeart/2011/layout/InterconnectedBlockProcess"/>
    <dgm:cxn modelId="{D541D770-A3FD-4AA6-BC41-2D986A476330}" type="presOf" srcId="{F0A186C8-97F6-44F6-8B8B-96EFD4AE48A3}" destId="{8DADD752-F40A-48D2-A7CE-211D86AFC8D5}" srcOrd="1" destOrd="4" presId="urn:microsoft.com/office/officeart/2011/layout/InterconnectedBlockProcess"/>
    <dgm:cxn modelId="{1409DA53-DA3F-40F2-8666-21037FC52CEE}" type="presOf" srcId="{CC502A2A-8792-49A2-AFBC-F9B01BDE725B}" destId="{294C3C7F-9D20-439C-8B61-11304C6464FE}" srcOrd="1" destOrd="1" presId="urn:microsoft.com/office/officeart/2011/layout/InterconnectedBlockProcess"/>
    <dgm:cxn modelId="{F228CC56-B161-4033-BEAC-C67887FC0277}" srcId="{A59EC69B-8F3F-425B-819F-E8C557946AEE}" destId="{90E69FEB-4BD9-4049-8C2E-6DAF6A7895BD}" srcOrd="2" destOrd="0" parTransId="{A9721264-66FD-4A58-A95D-9296FF881DBF}" sibTransId="{D9121EE9-0DD2-4518-9DD2-550F0E6E7DA1}"/>
    <dgm:cxn modelId="{C4110677-528B-4E61-8B01-A0180D6355AE}" srcId="{6882301C-3190-483A-A351-BC0786D3606C}" destId="{C4451D15-D8E2-4116-A5F6-B6F8E0F2E37E}" srcOrd="2" destOrd="0" parTransId="{226CFC72-8BB7-47FE-991E-9664D6E46707}" sibTransId="{BC51CA96-F681-42B0-B33A-8AE65E117A53}"/>
    <dgm:cxn modelId="{63D06D57-4A34-4389-9A57-CD39372917F9}" type="presOf" srcId="{B33C49DC-598D-451C-9BAF-CD52DD830C1A}" destId="{2532504F-5FE1-4C97-B485-F05E8885EACC}" srcOrd="0" destOrd="1" presId="urn:microsoft.com/office/officeart/2011/layout/InterconnectedBlockProcess"/>
    <dgm:cxn modelId="{FDB86B7C-151B-4FCD-894A-1ABB0F76FDAF}" srcId="{A59EC69B-8F3F-425B-819F-E8C557946AEE}" destId="{47725BA4-053C-4A38-BDD8-A7D3D96210A0}" srcOrd="0" destOrd="0" parTransId="{B3448AFD-33C5-4D12-BA04-B03178D20BF3}" sibTransId="{0D0F7601-9FB5-4F86-A4D2-AF719D469CF0}"/>
    <dgm:cxn modelId="{54904B85-B935-4702-903F-8737627A3346}" srcId="{6882301C-3190-483A-A351-BC0786D3606C}" destId="{8EF7C07F-D390-41E3-8E10-AD65175C1364}" srcOrd="1" destOrd="0" parTransId="{CCE6E6E9-DDD3-4E3F-83CC-DCE650A1401E}" sibTransId="{39179C3A-7300-49B6-8663-F6742F2BA13A}"/>
    <dgm:cxn modelId="{6E08C18A-631C-4F3D-B538-09B05715625D}" srcId="{5E92505A-51E0-4F78-B3C5-704ACF8710DE}" destId="{E6B35C8F-56A6-4A15-A620-01E3577E9996}" srcOrd="2" destOrd="0" parTransId="{6B3DFB7C-742B-4B76-B0CE-48CF7C7D35FC}" sibTransId="{3EB2016A-A636-40BB-832E-2AC560C8060F}"/>
    <dgm:cxn modelId="{21468490-E09C-420F-AEB5-A09A4FE11CF9}" type="presOf" srcId="{049D95C2-ACBD-48B6-9262-3A4AB000CA6B}" destId="{F1CD3D93-C5EE-4335-B7A8-FB66C140F95E}" srcOrd="0" destOrd="3" presId="urn:microsoft.com/office/officeart/2011/layout/InterconnectedBlockProcess"/>
    <dgm:cxn modelId="{E134DC90-D5F3-47C7-B35B-02DDA12A3147}" type="presOf" srcId="{D2812171-7EFD-4301-8E18-FDAC86467EED}" destId="{06F8D57B-EDF4-4CF4-8700-DC2CA3E3028E}" srcOrd="0" destOrd="2" presId="urn:microsoft.com/office/officeart/2011/layout/InterconnectedBlockProcess"/>
    <dgm:cxn modelId="{21625A9D-528E-4623-92FA-0231A9906EB6}" srcId="{6882301C-3190-483A-A351-BC0786D3606C}" destId="{29E68364-BC8C-44FE-A9DA-C957062E57F8}" srcOrd="0" destOrd="0" parTransId="{B3796A95-AAB2-4CF0-A9E2-77C714ACDD25}" sibTransId="{818D3A97-E8D9-4D63-AD7F-E58FC20B7318}"/>
    <dgm:cxn modelId="{C3010DA9-1509-4149-93E9-AD4C11A04189}" srcId="{7B3055AA-BF7C-46D0-9A9E-60087B9F57B4}" destId="{DDB09E9E-F013-451F-AAA0-8D9827997DCA}" srcOrd="3" destOrd="0" parTransId="{F8B03991-E281-4B9B-8CA3-2294C1C22714}" sibTransId="{4B999D28-0C4E-42B1-BF01-EE9EE68D9F1E}"/>
    <dgm:cxn modelId="{B6DDD8AD-FE2E-4FC7-B725-0BB0C68080A9}" type="presOf" srcId="{DDB09E9E-F013-451F-AAA0-8D9827997DCA}" destId="{294C3C7F-9D20-439C-8B61-11304C6464FE}" srcOrd="1" destOrd="3" presId="urn:microsoft.com/office/officeart/2011/layout/InterconnectedBlockProcess"/>
    <dgm:cxn modelId="{7DD0CEB0-3E90-4118-A6DC-E4DD3BC055B6}" type="presOf" srcId="{4742869A-51C3-40E5-9628-162D1C6E0845}" destId="{1C91D7E3-8940-4A33-9182-677DD5415901}" srcOrd="1" destOrd="2" presId="urn:microsoft.com/office/officeart/2011/layout/InterconnectedBlockProcess"/>
    <dgm:cxn modelId="{E4C0BEB5-A249-4F91-BF71-2470A6FE7C28}" type="presOf" srcId="{07A51860-6668-4B7B-9E2E-48165EA1B89F}" destId="{294C3C7F-9D20-439C-8B61-11304C6464FE}" srcOrd="1" destOrd="0" presId="urn:microsoft.com/office/officeart/2011/layout/InterconnectedBlockProcess"/>
    <dgm:cxn modelId="{21EAAFB6-92E9-4FB8-86E9-FED6A691B584}" type="presOf" srcId="{9C22493C-8365-49B6-A383-098DA8AE13B0}" destId="{A134CDD1-D85F-44EF-8BEE-9F99A855C1E6}" srcOrd="0" destOrd="1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4DE3E4BD-0E2E-4493-9DE3-12F57F00A4B6}" type="presOf" srcId="{049D95C2-ACBD-48B6-9262-3A4AB000CA6B}" destId="{A1924423-628B-4B10-9239-47ED57A01FF1}" srcOrd="1" destOrd="3" presId="urn:microsoft.com/office/officeart/2011/layout/InterconnectedBlockProcess"/>
    <dgm:cxn modelId="{A770EEBD-476C-4AE7-A1A1-99DA1EDC79C0}" srcId="{A59EC69B-8F3F-425B-819F-E8C557946AEE}" destId="{1234B5F7-3426-4E79-BC68-293B7625E6B7}" srcOrd="3" destOrd="0" parTransId="{C961A48F-AD67-4E84-ADDE-1DC64AE53FBF}" sibTransId="{BC6D30B4-99C7-46EF-A741-166FD9539125}"/>
    <dgm:cxn modelId="{48D388BF-BF8D-4932-9184-6AEA8FB4F406}" type="presOf" srcId="{B33C49DC-598D-451C-9BAF-CD52DD830C1A}" destId="{8DADD752-F40A-48D2-A7CE-211D86AFC8D5}" srcOrd="1" destOrd="1" presId="urn:microsoft.com/office/officeart/2011/layout/InterconnectedBlockProcess"/>
    <dgm:cxn modelId="{C98C0BC2-2ECB-48EB-88A7-E5DD01FDAC3F}" type="presOf" srcId="{29E68364-BC8C-44FE-A9DA-C957062E57F8}" destId="{A1924423-628B-4B10-9239-47ED57A01FF1}" srcOrd="1" destOrd="0" presId="urn:microsoft.com/office/officeart/2011/layout/InterconnectedBlockProcess"/>
    <dgm:cxn modelId="{7D18B5C3-0537-48C5-BFB1-D7C193CDA238}" srcId="{A59EC69B-8F3F-425B-819F-E8C557946AEE}" destId="{F0A186C8-97F6-44F6-8B8B-96EFD4AE48A3}" srcOrd="4" destOrd="0" parTransId="{1B2D8DB5-6AD2-4592-BB1B-60F1A1BF07E0}" sibTransId="{89431B4F-7DD3-447C-966B-E231933C789D}"/>
    <dgm:cxn modelId="{5FD8AAC9-0901-46B5-A42F-0C3C4ADCB017}" type="presOf" srcId="{1C375E77-9DCC-46C3-8793-8760D0951154}" destId="{CA350217-B4C0-43A1-87F9-67CE2C791735}" srcOrd="0" destOrd="3" presId="urn:microsoft.com/office/officeart/2011/layout/InterconnectedBlockProcess"/>
    <dgm:cxn modelId="{77D5F1CA-749D-44C2-955F-74815C201923}" type="presOf" srcId="{90E69FEB-4BD9-4049-8C2E-6DAF6A7895BD}" destId="{2532504F-5FE1-4C97-B485-F05E8885EACC}" srcOrd="0" destOrd="2" presId="urn:microsoft.com/office/officeart/2011/layout/InterconnectedBlockProcess"/>
    <dgm:cxn modelId="{89475ACC-836E-4747-9709-FAA24E8DD3DC}" type="presOf" srcId="{A59EC69B-8F3F-425B-819F-E8C557946AEE}" destId="{4E6B640E-B047-4836-8742-F5BB6FFBB434}" srcOrd="0" destOrd="0" presId="urn:microsoft.com/office/officeart/2011/layout/InterconnectedBlockProcess"/>
    <dgm:cxn modelId="{264705CD-F4A1-4D2F-A206-ABE6A46A7EF1}" type="presOf" srcId="{1234B5F7-3426-4E79-BC68-293B7625E6B7}" destId="{8DADD752-F40A-48D2-A7CE-211D86AFC8D5}" srcOrd="1" destOrd="3" presId="urn:microsoft.com/office/officeart/2011/layout/InterconnectedBlockProcess"/>
    <dgm:cxn modelId="{6976A0CF-DBA7-4ED2-8A17-2954F1161E01}" srcId="{988D96B0-D16E-4763-B393-84178CF4FF50}" destId="{4742869A-51C3-40E5-9628-162D1C6E0845}" srcOrd="2" destOrd="0" parTransId="{A052B0C3-D366-4796-9499-8E8A648242C4}" sibTransId="{462168D2-DEBE-4299-B13C-AB650C6C76E0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304B4BD0-7980-4023-AD39-A9851262B9D7}" type="presOf" srcId="{D2812171-7EFD-4301-8E18-FDAC86467EED}" destId="{294C3C7F-9D20-439C-8B61-11304C6464FE}" srcOrd="1" destOrd="2" presId="urn:microsoft.com/office/officeart/2011/layout/InterconnectedBlockProcess"/>
    <dgm:cxn modelId="{3A4FB9D3-F5E6-45E5-8CB2-2708D0955571}" type="presOf" srcId="{C4451D15-D8E2-4116-A5F6-B6F8E0F2E37E}" destId="{F1CD3D93-C5EE-4335-B7A8-FB66C140F95E}" srcOrd="0" destOrd="2" presId="urn:microsoft.com/office/officeart/2011/layout/InterconnectedBlockProcess"/>
    <dgm:cxn modelId="{987208D6-108C-4C31-B5EF-9738A7264867}" srcId="{988D96B0-D16E-4763-B393-84178CF4FF50}" destId="{9C22493C-8365-49B6-A383-098DA8AE13B0}" srcOrd="1" destOrd="0" parTransId="{55F012F0-9281-4E89-94C9-C8845956071E}" sibTransId="{125D2601-1B5A-4CD6-B5EE-1DB12B37A807}"/>
    <dgm:cxn modelId="{2CFDC8DD-4B4F-4464-8692-309774095142}" type="presOf" srcId="{90E69FEB-4BD9-4049-8C2E-6DAF6A7895BD}" destId="{8DADD752-F40A-48D2-A7CE-211D86AFC8D5}" srcOrd="1" destOrd="2" presId="urn:microsoft.com/office/officeart/2011/layout/InterconnectedBlockProcess"/>
    <dgm:cxn modelId="{C97808E1-9B6D-4756-B016-6E01A77FC82B}" srcId="{6882301C-3190-483A-A351-BC0786D3606C}" destId="{049D95C2-ACBD-48B6-9262-3A4AB000CA6B}" srcOrd="3" destOrd="0" parTransId="{F015B685-D5DF-4651-B1EB-42A88729EA63}" sibTransId="{41F99774-4B66-4CE5-A556-F549B1BF2F6B}"/>
    <dgm:cxn modelId="{86C325E3-5096-4C76-8FBC-E099A9DA7A11}" srcId="{A59EC69B-8F3F-425B-819F-E8C557946AEE}" destId="{B33C49DC-598D-451C-9BAF-CD52DD830C1A}" srcOrd="1" destOrd="0" parTransId="{738C8DDA-0728-47F4-B40B-66243EC93CCF}" sibTransId="{EDEC2123-62EE-4C91-8F97-F69E472C06F0}"/>
    <dgm:cxn modelId="{551EA2E8-0DD0-4FC4-904F-D9940BD25E63}" type="presOf" srcId="{988D96B0-D16E-4763-B393-84178CF4FF50}" destId="{65257024-FAC0-4522-B139-1CC85B547BE8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EB0494ED-8098-4FD4-BF1E-F25D0E0ECC02}" type="presOf" srcId="{5E92505A-51E0-4F78-B3C5-704ACF8710DE}" destId="{70CD3EAA-5C64-48CE-8C59-5A7456E1AEB9}" srcOrd="0" destOrd="0" presId="urn:microsoft.com/office/officeart/2011/layout/InterconnectedBlockProcess"/>
    <dgm:cxn modelId="{75EFDDEF-6500-43A4-BB0C-27BFFF3E9E88}" srcId="{5E92505A-51E0-4F78-B3C5-704ACF8710DE}" destId="{1C375E77-9DCC-46C3-8793-8760D0951154}" srcOrd="3" destOrd="0" parTransId="{88FFEFAE-6C10-47B6-A1EB-5EE9C523F34E}" sibTransId="{9FFE9A3B-49F3-46EB-B723-22EF4E5DDC5E}"/>
    <dgm:cxn modelId="{D94447F3-3BB1-4B9E-9B29-3DE5B9F34200}" srcId="{7B3055AA-BF7C-46D0-9A9E-60087B9F57B4}" destId="{CC502A2A-8792-49A2-AFBC-F9B01BDE725B}" srcOrd="1" destOrd="0" parTransId="{E7A460BA-5D10-4A13-9AE0-6173710D7FE8}" sibTransId="{105D7FC1-5A55-4F6F-A291-F88C759EFD31}"/>
    <dgm:cxn modelId="{994A46F6-29CE-48E8-B8AC-7E0C595C44BA}" type="presOf" srcId="{9C22493C-8365-49B6-A383-098DA8AE13B0}" destId="{1C91D7E3-8940-4A33-9182-677DD5415901}" srcOrd="1" destOrd="1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11517DFB-397B-4B01-AB2D-0462EBEC89C0}" type="presOf" srcId="{A0549BDC-8119-4323-BCE9-2E7E89CF24C2}" destId="{1C91D7E3-8940-4A33-9182-677DD5415901}" srcOrd="1" destOrd="3" presId="urn:microsoft.com/office/officeart/2011/layout/InterconnectedBlockProcess"/>
    <dgm:cxn modelId="{B87BBAFB-3496-4FA4-A646-92328FC21C7A}" type="presOf" srcId="{C4451D15-D8E2-4116-A5F6-B6F8E0F2E37E}" destId="{A1924423-628B-4B10-9239-47ED57A01FF1}" srcOrd="1" destOrd="2" presId="urn:microsoft.com/office/officeart/2011/layout/InterconnectedBlockProcess"/>
    <dgm:cxn modelId="{F5F32EFC-B5B6-4D9A-A92A-13111C878103}" type="presOf" srcId="{4FD1C168-C535-48F5-A5A1-46619DA69FD0}" destId="{A1924423-628B-4B10-9239-47ED57A01FF1}" srcOrd="1" destOrd="4" presId="urn:microsoft.com/office/officeart/2011/layout/InterconnectedBlockProcess"/>
    <dgm:cxn modelId="{FB9AF4FC-3E59-4F39-AFE9-7CCCB3A0B895}" srcId="{5E92505A-51E0-4F78-B3C5-704ACF8710DE}" destId="{C800FB32-20B9-46F9-918D-5A12D4B3E631}" srcOrd="0" destOrd="0" parTransId="{12D30656-F59F-413F-B3C4-F676DE7EF8A7}" sibTransId="{C5466765-F9E9-403A-B6B0-E6C2C6954D3A}"/>
    <dgm:cxn modelId="{1A85834A-4ABF-435A-BB8C-862CB70A4D5B}" type="presParOf" srcId="{A6BCDA7B-D633-438F-B44D-CB4D60E5C492}" destId="{2FD9B046-0B1D-49ED-A611-A13D4592BF3C}" srcOrd="0" destOrd="0" presId="urn:microsoft.com/office/officeart/2011/layout/InterconnectedBlockProcess"/>
    <dgm:cxn modelId="{049B59C5-E0D7-4C33-863B-89889F8EA763}" type="presParOf" srcId="{2FD9B046-0B1D-49ED-A611-A13D4592BF3C}" destId="{F1CD3D93-C5EE-4335-B7A8-FB66C140F95E}" srcOrd="0" destOrd="0" presId="urn:microsoft.com/office/officeart/2011/layout/InterconnectedBlockProcess"/>
    <dgm:cxn modelId="{5146D935-1C33-4DEF-BFC1-E089C34EED61}" type="presParOf" srcId="{A6BCDA7B-D633-438F-B44D-CB4D60E5C492}" destId="{A1924423-628B-4B10-9239-47ED57A01FF1}" srcOrd="1" destOrd="0" presId="urn:microsoft.com/office/officeart/2011/layout/InterconnectedBlockProcess"/>
    <dgm:cxn modelId="{545029B4-73D1-43A7-90AE-ECF34E4707C1}" type="presParOf" srcId="{A6BCDA7B-D633-438F-B44D-CB4D60E5C492}" destId="{246F5200-73B2-4053-9B0D-9E27E770C731}" srcOrd="2" destOrd="0" presId="urn:microsoft.com/office/officeart/2011/layout/InterconnectedBlockProcess"/>
    <dgm:cxn modelId="{CC07CCBD-A6E0-403F-823F-04EE94B2D90B}" type="presParOf" srcId="{A6BCDA7B-D633-438F-B44D-CB4D60E5C492}" destId="{0B03F0E0-41CA-4A65-AE01-3D880AB87C75}" srcOrd="3" destOrd="0" presId="urn:microsoft.com/office/officeart/2011/layout/InterconnectedBlockProcess"/>
    <dgm:cxn modelId="{388DDEDC-23C4-49CA-99DF-0FD9A6824BB4}" type="presParOf" srcId="{0B03F0E0-41CA-4A65-AE01-3D880AB87C75}" destId="{CA350217-B4C0-43A1-87F9-67CE2C791735}" srcOrd="0" destOrd="0" presId="urn:microsoft.com/office/officeart/2011/layout/InterconnectedBlockProcess"/>
    <dgm:cxn modelId="{45ABC273-FB9C-434D-A5A1-C5E7733C270C}" type="presParOf" srcId="{A6BCDA7B-D633-438F-B44D-CB4D60E5C492}" destId="{CF5F0EA6-36A5-41B5-8AEA-4C7055444474}" srcOrd="4" destOrd="0" presId="urn:microsoft.com/office/officeart/2011/layout/InterconnectedBlockProcess"/>
    <dgm:cxn modelId="{33FC45BF-C070-460D-BC50-DA06A7D70B59}" type="presParOf" srcId="{A6BCDA7B-D633-438F-B44D-CB4D60E5C492}" destId="{70CD3EAA-5C64-48CE-8C59-5A7456E1AEB9}" srcOrd="5" destOrd="0" presId="urn:microsoft.com/office/officeart/2011/layout/InterconnectedBlockProcess"/>
    <dgm:cxn modelId="{17F7D68E-3D0C-457D-A40C-7E91E092E657}" type="presParOf" srcId="{A6BCDA7B-D633-438F-B44D-CB4D60E5C492}" destId="{3350576E-50D0-40CA-AE01-D42095CD2FF4}" srcOrd="6" destOrd="0" presId="urn:microsoft.com/office/officeart/2011/layout/InterconnectedBlockProcess"/>
    <dgm:cxn modelId="{896EEB92-EB6E-49FC-BAE9-E6837A7C557C}" type="presParOf" srcId="{3350576E-50D0-40CA-AE01-D42095CD2FF4}" destId="{2532504F-5FE1-4C97-B485-F05E8885EACC}" srcOrd="0" destOrd="0" presId="urn:microsoft.com/office/officeart/2011/layout/InterconnectedBlockProcess"/>
    <dgm:cxn modelId="{9076C8C8-CB93-40A5-8E0B-1763A6B43B08}" type="presParOf" srcId="{A6BCDA7B-D633-438F-B44D-CB4D60E5C492}" destId="{8DADD752-F40A-48D2-A7CE-211D86AFC8D5}" srcOrd="7" destOrd="0" presId="urn:microsoft.com/office/officeart/2011/layout/InterconnectedBlockProcess"/>
    <dgm:cxn modelId="{2AAF2108-02EA-4231-A0EB-95D10FBEC61E}" type="presParOf" srcId="{A6BCDA7B-D633-438F-B44D-CB4D60E5C492}" destId="{4E6B640E-B047-4836-8742-F5BB6FFBB434}" srcOrd="8" destOrd="0" presId="urn:microsoft.com/office/officeart/2011/layout/InterconnectedBlockProcess"/>
    <dgm:cxn modelId="{06D0E77C-9110-426A-9516-581ACCB3CD87}" type="presParOf" srcId="{A6BCDA7B-D633-438F-B44D-CB4D60E5C492}" destId="{02BAA599-A8CF-4B50-982C-AF579728E09E}" srcOrd="9" destOrd="0" presId="urn:microsoft.com/office/officeart/2011/layout/InterconnectedBlockProcess"/>
    <dgm:cxn modelId="{210F407C-B0B6-4C4C-AD11-330D3D157227}" type="presParOf" srcId="{02BAA599-A8CF-4B50-982C-AF579728E09E}" destId="{06F8D57B-EDF4-4CF4-8700-DC2CA3E3028E}" srcOrd="0" destOrd="0" presId="urn:microsoft.com/office/officeart/2011/layout/InterconnectedBlockProcess"/>
    <dgm:cxn modelId="{5CBDF380-FC94-48AC-8906-403EE6DAB3BE}" type="presParOf" srcId="{A6BCDA7B-D633-438F-B44D-CB4D60E5C492}" destId="{294C3C7F-9D20-439C-8B61-11304C6464FE}" srcOrd="10" destOrd="0" presId="urn:microsoft.com/office/officeart/2011/layout/InterconnectedBlockProcess"/>
    <dgm:cxn modelId="{19B783D1-EFA6-4070-9990-48E182C383DA}" type="presParOf" srcId="{A6BCDA7B-D633-438F-B44D-CB4D60E5C492}" destId="{BE9EF3D7-4767-4F59-8DEC-FDF4899C6DA9}" srcOrd="11" destOrd="0" presId="urn:microsoft.com/office/officeart/2011/layout/InterconnectedBlockProcess"/>
    <dgm:cxn modelId="{669ED4AB-A27B-44AB-817A-EEA963C1342A}" type="presParOf" srcId="{A6BCDA7B-D633-438F-B44D-CB4D60E5C492}" destId="{7305DF14-0FF5-45E4-8B19-015814092DBD}" srcOrd="12" destOrd="0" presId="urn:microsoft.com/office/officeart/2011/layout/InterconnectedBlockProcess"/>
    <dgm:cxn modelId="{0B4864B2-BDA0-4B1C-9330-D44473A1C85F}" type="presParOf" srcId="{7305DF14-0FF5-45E4-8B19-015814092DBD}" destId="{A134CDD1-D85F-44EF-8BEE-9F99A855C1E6}" srcOrd="0" destOrd="0" presId="urn:microsoft.com/office/officeart/2011/layout/InterconnectedBlockProcess"/>
    <dgm:cxn modelId="{D0BBF7C6-0852-42D8-846B-CB8C1F1762F7}" type="presParOf" srcId="{A6BCDA7B-D633-438F-B44D-CB4D60E5C492}" destId="{1C91D7E3-8940-4A33-9182-677DD5415901}" srcOrd="13" destOrd="0" presId="urn:microsoft.com/office/officeart/2011/layout/InterconnectedBlockProcess"/>
    <dgm:cxn modelId="{C94FE913-1B9F-4591-8A0C-9E2CF4491B1F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D3D93-C5EE-4335-B7A8-FB66C140F95E}">
      <dsp:nvSpPr>
        <dsp:cNvPr id="0" name=""/>
        <dsp:cNvSpPr/>
      </dsp:nvSpPr>
      <dsp:spPr>
        <a:xfrm>
          <a:off x="7210627" y="783945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Complete system deployment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Final testing and validation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Project demonstration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Final report submission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Internship completion</a:t>
          </a:r>
          <a:endParaRPr lang="en-IN" sz="1100" kern="1200"/>
        </a:p>
      </dsp:txBody>
      <dsp:txXfrm>
        <a:off x="7372893" y="783945"/>
        <a:ext cx="1116055" cy="3246556"/>
      </dsp:txXfrm>
    </dsp:sp>
    <dsp:sp modelId="{246F5200-73B2-4053-9B0D-9E27E770C731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CA350217-B4C0-43A1-87F9-67CE2C791735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Integrating frontend with backend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Implementing live camera recognition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Testing face detection and attendance marking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Improving accuracy and performance</a:t>
          </a:r>
        </a:p>
      </dsp:txBody>
      <dsp:txXfrm>
        <a:off x="6060823" y="811639"/>
        <a:ext cx="1116055" cy="3043646"/>
      </dsp:txXfrm>
    </dsp:sp>
    <dsp:sp modelId="{70CD3EAA-5C64-48CE-8C59-5A7456E1AEB9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   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Developing backend using Flask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Creating frontend using React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Git Hub repository setup</a:t>
          </a:r>
        </a:p>
      </dsp:txBody>
      <dsp:txXfrm>
        <a:off x="4782502" y="811639"/>
        <a:ext cx="1116055" cy="2840736"/>
      </dsp:txXfrm>
    </dsp:sp>
    <dsp:sp modelId="{4E6B640E-B047-4836-8742-F5BB6FFBB434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3504181" y="811639"/>
        <a:ext cx="1116055" cy="2637826"/>
      </dsp:txXfrm>
    </dsp:sp>
    <dsp:sp modelId="{BE9EF3D7-4767-4F59-8DEC-FDF4899C6DA9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09/02/2026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18344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 S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HoD: Dr. Asif Mohammed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R. Balakrishnan, 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2895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Tejashwini BV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04B2F2-94FB-9C0A-1187-29F37195C5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935413"/>
            <a:ext cx="10515600" cy="486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Located in Yelahanka, Bengaluru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Focuses on modernization and digitalization of internal system.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Uses software and IT solutions to improve data management and efficiency.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operations.</a:t>
            </a:r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Domain: Artificial Intelligence &amp; Computer Vision		</a:t>
            </a:r>
          </a:p>
          <a:p>
            <a:pPr lvl="1"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 algn="just"/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 algn="just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React.js, JavaScript.</a:t>
            </a:r>
          </a:p>
          <a:p>
            <a:pPr lvl="1" algn="just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Python, Flask.</a:t>
            </a:r>
          </a:p>
          <a:p>
            <a:pPr lvl="1" algn="just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SQLite.</a:t>
            </a:r>
          </a:p>
          <a:p>
            <a:pPr lvl="1" algn="just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OpenCV, Insight Face.</a:t>
            </a:r>
          </a:p>
          <a:p>
            <a:pPr lvl="1" algn="just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VS Code.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Leader: Tejashwini BV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Buddha Apparao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under guidance with structured tasks and regular reviews.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A67406-A30D-7BA8-B7EA-649C2B0CB2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7532" y="1242062"/>
            <a:ext cx="1039626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with library installation, dependency management, and environment configuration.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Camera integration issues and OpenCV-related errors during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optimizing system accuracy and improving overall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difficulties while balancing learning new technologies and active project development.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Steep learning curve in understanding AI concepts and face recognition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4C2B826-B9BC-2F1B-A0B5-E56CE23BC7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54667"/>
            <a:ext cx="1039177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AI-based face recognition system that automatically marks attendance.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avoid errors in traditional attendance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machine learning for real-time face detection and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securely store and manage attendance data using a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web interface using React and Flask.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speed, accuracy, and efficiency of attendance management at Rail Wheel Factory.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2D27-644F-23FC-22EA-8F88BAD9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-483079"/>
            <a:ext cx="10974238" cy="143198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6470879-43A4-A8DE-D6FD-351008D34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691097"/>
              </p:ext>
            </p:extLst>
          </p:nvPr>
        </p:nvGraphicFramePr>
        <p:xfrm>
          <a:off x="77638" y="353684"/>
          <a:ext cx="12025220" cy="6283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366">
                  <a:extLst>
                    <a:ext uri="{9D8B030D-6E8A-4147-A177-3AD203B41FA5}">
                      <a16:colId xmlns:a16="http://schemas.microsoft.com/office/drawing/2014/main" val="1945732375"/>
                    </a:ext>
                  </a:extLst>
                </a:gridCol>
                <a:gridCol w="3623094">
                  <a:extLst>
                    <a:ext uri="{9D8B030D-6E8A-4147-A177-3AD203B41FA5}">
                      <a16:colId xmlns:a16="http://schemas.microsoft.com/office/drawing/2014/main" val="954962764"/>
                    </a:ext>
                  </a:extLst>
                </a:gridCol>
                <a:gridCol w="989140">
                  <a:extLst>
                    <a:ext uri="{9D8B030D-6E8A-4147-A177-3AD203B41FA5}">
                      <a16:colId xmlns:a16="http://schemas.microsoft.com/office/drawing/2014/main" val="738867152"/>
                    </a:ext>
                  </a:extLst>
                </a:gridCol>
                <a:gridCol w="1676405">
                  <a:extLst>
                    <a:ext uri="{9D8B030D-6E8A-4147-A177-3AD203B41FA5}">
                      <a16:colId xmlns:a16="http://schemas.microsoft.com/office/drawing/2014/main" val="888429887"/>
                    </a:ext>
                  </a:extLst>
                </a:gridCol>
                <a:gridCol w="1676405">
                  <a:extLst>
                    <a:ext uri="{9D8B030D-6E8A-4147-A177-3AD203B41FA5}">
                      <a16:colId xmlns:a16="http://schemas.microsoft.com/office/drawing/2014/main" val="1587821200"/>
                    </a:ext>
                  </a:extLst>
                </a:gridCol>
                <a:gridCol w="1810761">
                  <a:extLst>
                    <a:ext uri="{9D8B030D-6E8A-4147-A177-3AD203B41FA5}">
                      <a16:colId xmlns:a16="http://schemas.microsoft.com/office/drawing/2014/main" val="1970078039"/>
                    </a:ext>
                  </a:extLst>
                </a:gridCol>
                <a:gridCol w="1542049">
                  <a:extLst>
                    <a:ext uri="{9D8B030D-6E8A-4147-A177-3AD203B41FA5}">
                      <a16:colId xmlns:a16="http://schemas.microsoft.com/office/drawing/2014/main" val="308766125"/>
                    </a:ext>
                  </a:extLst>
                </a:gridCol>
              </a:tblGrid>
              <a:tr h="1033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/ 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010908"/>
                  </a:ext>
                </a:extLst>
              </a:tr>
              <a:tr h="778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Efficiency in SMEs Attendance Monitoring: Low Cost Artificial Intelligence Facial Recognition Mobile Application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P-Net, R-Net + O-Net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Attendance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and Data Security Concerns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03329"/>
                  </a:ext>
                </a:extLst>
              </a:tr>
              <a:tr h="672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Student Face Recognition Attendance System Using AI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and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(face data security)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IARJSET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442078"/>
                  </a:ext>
                </a:extLst>
              </a:tr>
              <a:tr h="1078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 flow, Computer Vision, and Edge Ai-Based Face Recognition Attendance Monitoring System Using Raspberry Pi 5</a:t>
                      </a:r>
                    </a:p>
                    <a:p>
                      <a:pPr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 + Face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Internet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Processing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961951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AI-Based Face Recognition Attendance Management System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SSD + OpenCV</a:t>
                      </a:r>
                      <a:endParaRPr lang="fi-FI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Portable and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hardware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IJIRMPS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090464"/>
                  </a:ext>
                </a:extLst>
              </a:tr>
              <a:tr h="1067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Attendance Tracking Using AI-Based Face Recognition and Absence Alerts for Educational Institutes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+ Face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taken automatically within seconds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strict compliance with privacy laws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Atlantis press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684299"/>
                  </a:ext>
                </a:extLst>
              </a:tr>
              <a:tr h="1067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Artificial Intelligence based Multi-Face Recognition and Attendance Marking System</a:t>
                      </a:r>
                    </a:p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Haar Cascade +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Simultaneous Multi-Face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823209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5B92D-6CB4-D884-AC19-3F5F5A9A6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04F69-3D7D-418E-347E-AA36D677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802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6105"/>
            <a:ext cx="10515600" cy="410617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OpenCV and Insight Face.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366"/>
            <a:ext cx="10591801" cy="5423468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Software Requirements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Operating System: Windows 10 / 11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Database: MongoDB / CSV / Local Storage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Libraries: OpenCV, Insight Face, NumPy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2B41F13-2D62-6135-F994-1B21018326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2422" y="1341033"/>
            <a:ext cx="9842739" cy="4608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121776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https://github.com/tejaswinireddy3232-blip/Internship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7428</TotalTime>
  <Words>1058</Words>
  <Application>Microsoft Office PowerPoint</Application>
  <PresentationFormat>Widescreen</PresentationFormat>
  <Paragraphs>203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B V</cp:lastModifiedBy>
  <cp:revision>729</cp:revision>
  <dcterms:created xsi:type="dcterms:W3CDTF">2022-10-14T07:18:17Z</dcterms:created>
  <dcterms:modified xsi:type="dcterms:W3CDTF">2026-02-09T05:45:42Z</dcterms:modified>
</cp:coreProperties>
</file>